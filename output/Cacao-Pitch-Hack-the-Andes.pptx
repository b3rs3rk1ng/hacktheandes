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b449cf34db4dcc" /><Relationship Type="http://schemas.openxmlformats.org/officeDocument/2006/relationships/extended-properties" Target="/docProps/app.xml" Id="R27eb0f7ec8a54efc" /><Relationship Type="http://schemas.openxmlformats.org/officeDocument/2006/relationships/officeDocument" Target="/ppt/presentation.xml" Id="R40d91683ac124414" /></Relationships>
</file>

<file path=ppt/presentation.xml><?xml version="1.0" encoding="utf-8"?>
<p:presentation xmlns:p="http://schemas.openxmlformats.org/presentationml/2006/main">
  <p:sldMasterIdLst>
    <p:sldMasterId xmlns:r="http://schemas.openxmlformats.org/officeDocument/2006/relationships" id="2147483648" r:id="Raa408c0e5af74bb3"/>
  </p:sldMasterIdLst>
  <p:notesMasterIdLst>
    <p:notesMasterId xmlns:r="http://schemas.openxmlformats.org/officeDocument/2006/relationships" r:id="Reca469577add49d6"/>
  </p:notesMasterIdLst>
  <p:sldIdLst>
    <p:sldId xmlns:r="http://schemas.openxmlformats.org/officeDocument/2006/relationships" id="256" r:id="Re9d3d6bd87b843b9"/>
    <p:sldId xmlns:r="http://schemas.openxmlformats.org/officeDocument/2006/relationships" id="257" r:id="R61b600c7f79a403c"/>
    <p:sldId xmlns:r="http://schemas.openxmlformats.org/officeDocument/2006/relationships" id="258" r:id="R6fd7b9204edd4e67"/>
    <p:sldId xmlns:r="http://schemas.openxmlformats.org/officeDocument/2006/relationships" id="259" r:id="Rc31d54e1d08944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ae7a3bc6504fb8" /><Relationship Type="http://schemas.openxmlformats.org/officeDocument/2006/relationships/slideMaster" Target="/ppt/slideMasters/slideMaster1.xml" Id="Raa408c0e5af74bb3" /><Relationship Type="http://schemas.openxmlformats.org/officeDocument/2006/relationships/notesMaster" Target="/ppt/notesMasters/notesMaster1.xml" Id="Reca469577add49d6" /><Relationship Type="http://schemas.openxmlformats.org/officeDocument/2006/relationships/presProps" Target="/ppt/presProps.xml" Id="R9a40f36d42f04974" /><Relationship Type="http://schemas.openxmlformats.org/officeDocument/2006/relationships/tableStyles" Target="/ppt/tableStyles.xml" Id="Rbb8a3c3eefd1402d" /><Relationship Type="http://schemas.openxmlformats.org/officeDocument/2006/relationships/slide" Target="/ppt/slides/slide1.xml" Id="Re9d3d6bd87b843b9" /><Relationship Type="http://schemas.openxmlformats.org/officeDocument/2006/relationships/slide" Target="/ppt/slides/slide2.xml" Id="R61b600c7f79a403c" /><Relationship Type="http://schemas.openxmlformats.org/officeDocument/2006/relationships/slide" Target="/ppt/slides/slide3.xml" Id="R6fd7b9204edd4e67" /><Relationship Type="http://schemas.openxmlformats.org/officeDocument/2006/relationships/slide" Target="/ppt/slides/slide4.xml" Id="Rc31d54e1d08944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983562d1da45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f7c15b7916427e" /><Relationship Type="http://schemas.openxmlformats.org/officeDocument/2006/relationships/notesMaster" Target="/ppt/notesMasters/notesMaster1.xml" Id="Rd0ceaaa455d14a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e89c994de34a75" /><Relationship Type="http://schemas.openxmlformats.org/officeDocument/2006/relationships/notesMaster" Target="/ppt/notesMasters/notesMaster1.xml" Id="R88156c23858843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e8e699438f496a" /><Relationship Type="http://schemas.openxmlformats.org/officeDocument/2006/relationships/notesMaster" Target="/ppt/notesMasters/notesMaster1.xml" Id="R7b4b992ab2a64a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10882c0a584d84" /><Relationship Type="http://schemas.openxmlformats.org/officeDocument/2006/relationships/notesMaster" Target="/ppt/notesMasters/notesMaster1.xml" Id="R3d6f557ecbb847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Propuesta para agricultores de cacao: registrar sospechas con evidencia y mantener la decisión de intervención en manos de la persona. Presentamos un prototipo en simulación. La imagen procede de una captura real del software, no de una operación física en campo. Una sospecha visual no confirma enfermedad. Fuente: simulator/ORCHARD.md, sección Revisión del agricultor y corrección de asociaciones. Imagen: simulator/evidence/visibility-corrected-frame.jpg. No contamos con validación de demanda o ahorro económico.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 después demo 1:00–2:15. El dron toma imágenes y el modelo propone sospechas. El servidor relaciona las cajas con geometría visible del simulador y guarda la evidencia antes de aceptar una decisión. Sólo la aprobación habilita la tarea para un terrestre. Rechazar conserva el fruto. Mostrar la cámara y luego el buzón con la foto completa, recorte y ubicación. El buzón sigue local, sin WhatsApp conectado. La captura conserva una sospecha pendiente, sin inventar una aprobación. La última prueba documentada aprobó una tarea, el Terrestre 2 salió, encontró una ruta bloqueada y volvió sin retirada. No prometer una retirada completa verificada. Fuente: simulator/ORCHARD.md y simulator/evidence/review-live-outcome.json. Captura del buzón http://127.0.0.1:18437/review del 18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2:15–2:40. En una prueba reservada de 399 fotos, el detector alertó en 191 de las 200 imágenes etiquetadas con Monilia y en 8 de 199 etiquetadas sanas. Equivale a 95.5% de recall por imagen y 96.0% de precisión de alertas en esta muestra. Esta prueba sólo tiene etiquetas por imagen, no certifica localización correcta de cada mazorca. Las fotos enfermas incluyen frutos sobre tela negra y las sanas frutos en árboles: el fondo se relaciona con la clase. El balance de clases no representa prevalencia de una chacra. En regresión por objeto el detector obtuvo precisión 82.7%, recall 82.2% y alertó sobre 29/80 mazorcas sanas. El antiguo test influyó en desarrollo, por lo que se llama regresión. No es rendimiento en vuelo real, ni diagnóstico fitopatológico. Estos límites justifican la revisión humana. Fuentes: research/cacao-improvement/REPORT.md; research/cacao-improvement/evidence/benchmark-v1/benchmarks/new_image_test/detector_v2/evaluation.json; research/cacao-improvement/evidence/benchmark-v1/comparisons/regression.json. La integración actual en simulador está documentada en simulator/ORCHARD.md, que actualiza el estado anterior de integración del informe de entrenamiento.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2:40–3:00. La propuesta es que el agricultor tenga evidencia para decidir dónde revisar o intervenir. El siguiente paso es un piloto con productores y asesoría agronómica, con medición de falsas alertas, tiempo de revisión y acceso a objetivos. Todavía no medimos ahorro económico ni contamos con uso industrial o tracción validada. La última prueba de aprobación y salida del robot terminó en regreso por ruta bloqueada. Falta verificar el ciclo completo de retirada aprobada y el rendimiento en campo. Fuente: simulator/ORCHARD.md; simulator/evidence/review-live-outcome.json; research/cacao-improvement/REPORT.md. Imagen: simulator/evidence/ground-selector-follow.png. Cierre: buscamos productores para validar este recorrido con condiciones y evidencia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7a12b3141046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e2db3daa0c4f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156a7393e343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fbfd3d2448f4d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6da88352594d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f3bf6bd76942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2C997D-E6C6-4666-B6F9-A9933A54F0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72FE4C-6513-4BC5-8D5E-B7D1E9585D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5B36C0-7232-44D5-B91B-79F923F8608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CAAF89-F5CB-4F93-AD1A-84359E78BB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117860-C8A1-473A-B96C-AE97749D014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991ADFA-32FC-4E1C-AB11-B6DBD7C15D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30355D-EA64-452C-93EB-9993DB49CF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5E4E4C1-BB5D-43B4-9EB2-23F45A20846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C932A-0F56-494B-BD10-067F9A8FB0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5D80AC-EEBE-4D74-B702-EF579E5CD1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bf0c533e1e4203" /><Relationship Type="http://schemas.openxmlformats.org/officeDocument/2006/relationships/slideLayout" Target="/ppt/slideLayouts/slideLayout1.xml" Id="Rb951b64c872b472f" /><Relationship Type="http://schemas.openxmlformats.org/officeDocument/2006/relationships/slideLayout" Target="/ppt/slideLayouts/slideLayout2.xml" Id="Rc09f0f2f30704d8c" /><Relationship Type="http://schemas.openxmlformats.org/officeDocument/2006/relationships/slideLayout" Target="/ppt/slideLayouts/slideLayout3.xml" Id="R47ba9114e4c8499d" /><Relationship Type="http://schemas.openxmlformats.org/officeDocument/2006/relationships/slideLayout" Target="/ppt/slideLayouts/slideLayout4.xml" Id="R39401b5eebe74030" /><Relationship Type="http://schemas.openxmlformats.org/officeDocument/2006/relationships/slideLayout" Target="/ppt/slideLayouts/slideLayout5.xml" Id="R56c55c881928400c" /><Relationship Type="http://schemas.openxmlformats.org/officeDocument/2006/relationships/slideLayout" Target="/ppt/slideLayouts/slideLayout6.xml" Id="R217bcfe11b6c40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51b64c872b472f"/>
    <p:sldLayoutId xmlns:r="http://schemas.openxmlformats.org/officeDocument/2006/relationships" id="2147483650" r:id="Rc09f0f2f30704d8c"/>
    <p:sldLayoutId xmlns:r="http://schemas.openxmlformats.org/officeDocument/2006/relationships" id="2147483651" r:id="R47ba9114e4c8499d"/>
    <p:sldLayoutId xmlns:r="http://schemas.openxmlformats.org/officeDocument/2006/relationships" id="2147483652" r:id="R39401b5eebe74030"/>
    <p:sldLayoutId xmlns:r="http://schemas.openxmlformats.org/officeDocument/2006/relationships" id="2147483653" r:id="R56c55c881928400c"/>
    <p:sldLayoutId xmlns:r="http://schemas.openxmlformats.org/officeDocument/2006/relationships" id="2147483654" r:id="R217bcfe11b6c40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eedd99c3e8245a6" /><Relationship Type="http://schemas.openxmlformats.org/officeDocument/2006/relationships/image" Target="/ppt/media/image.jpeg" Id="R4c2f40f6f5414326" /><Relationship Type="http://schemas.openxmlformats.org/officeDocument/2006/relationships/notesSlide" Target="/ppt/notesSlides/notesSlide1.xml" Id="Re9df618453a042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120b39b0d774e6a" /><Relationship Type="http://schemas.openxmlformats.org/officeDocument/2006/relationships/image" Target="/ppt/media/image.png" Id="R3dc383de1aa0493f" /><Relationship Type="http://schemas.openxmlformats.org/officeDocument/2006/relationships/notesSlide" Target="/ppt/notesSlides/notesSlide2.xml" Id="R5b779355410747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7e22d46aa6f4b8d" /><Relationship Type="http://schemas.openxmlformats.org/officeDocument/2006/relationships/notesSlide" Target="/ppt/notesSlides/notesSlide3.xml" Id="Rfb8310b3ab7542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4adee622bcd4273" /><Relationship Type="http://schemas.openxmlformats.org/officeDocument/2006/relationships/image" Target="/ppt/media/image2.png" Id="R00f3774dc8ec489e" /><Relationship Type="http://schemas.openxmlformats.org/officeDocument/2006/relationships/notesSlide" Target="/ppt/notesSlides/notesSlide4.xml" Id="R96f0b7829f96409e" /></Relationships>
</file>

<file path=ppt/slides/slide1.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8" name="CACAO">
            <a:extLst xmlns:a="http://schemas.openxmlformats.org/drawingml/2006/main">
              <a:ext uri="{FF2B5EF4-FFF2-40B4-BE49-F238E27FC236}">
                <a16:creationId xmlns:a16="http://schemas.microsoft.com/office/drawing/2014/main" id="{E7DD9D76-49AF-42B5-9E18-BABE619DF774}"/>
              </a:ext>
            </a:extLst>
          </p:cNvPr>
          <p:cNvSpPr>
            <a:spLocks xmlns:a="http://schemas.openxmlformats.org/drawingml/2006/main" noGrp="1"/>
          </p:cNvSpPr>
          <p:nvPr/>
        </p:nvSpPr>
        <p:spPr>
          <a:xfrm xmlns:a="http://schemas.openxmlformats.org/drawingml/2006/main">
            <a:off x="609600" y="533400"/>
            <a:ext cx="457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D5E4AD"/>
                </a:solidFill>
                <a:latin typeface="Avenir Next"/>
                <a:ea typeface="Avenir Next"/>
                <a:cs typeface="Avenir Next"/>
              </a:defRPr>
            </a:defPPr>
            <a:lvl1pPr>
              <a:defRPr sz="2025" b="1">
                <a:solidFill>
                  <a:srgbClr val="D5E4AD"/>
                </a:solidFill>
                <a:latin typeface="Avenir Next"/>
                <a:ea typeface="Avenir Next"/>
                <a:cs typeface="Avenir Next"/>
              </a:defRPr>
            </a:lvl1pPr>
            <a:lvl2pPr>
              <a:defRPr sz="2025" b="1">
                <a:solidFill>
                  <a:srgbClr val="D5E4AD"/>
                </a:solidFill>
                <a:latin typeface="Avenir Next"/>
                <a:ea typeface="Avenir Next"/>
                <a:cs typeface="Avenir Next"/>
              </a:defRPr>
            </a:lvl2pPr>
            <a:lvl3pPr>
              <a:defRPr sz="2025" b="1">
                <a:solidFill>
                  <a:srgbClr val="D5E4AD"/>
                </a:solidFill>
                <a:latin typeface="Avenir Next"/>
                <a:ea typeface="Avenir Next"/>
                <a:cs typeface="Avenir Next"/>
              </a:defRPr>
            </a:lvl3pPr>
            <a:lvl4pPr>
              <a:defRPr sz="2025" b="1">
                <a:solidFill>
                  <a:srgbClr val="D5E4AD"/>
                </a:solidFill>
                <a:latin typeface="Avenir Next"/>
                <a:ea typeface="Avenir Next"/>
                <a:cs typeface="Avenir Next"/>
              </a:defRPr>
            </a:lvl4pPr>
            <a:lvl5pPr>
              <a:defRPr sz="2025" b="1">
                <a:solidFill>
                  <a:srgbClr val="D5E4AD"/>
                </a:solidFill>
                <a:latin typeface="Avenir Next"/>
                <a:ea typeface="Avenir Next"/>
                <a:cs typeface="Avenir Next"/>
              </a:defRPr>
            </a:lvl5pPr>
            <a:lvl6pPr>
              <a:defRPr sz="2025" b="1">
                <a:solidFill>
                  <a:srgbClr val="D5E4AD"/>
                </a:solidFill>
                <a:latin typeface="Avenir Next"/>
                <a:ea typeface="Avenir Next"/>
                <a:cs typeface="Avenir Next"/>
              </a:defRPr>
            </a:lvl6pPr>
            <a:lvl7pPr>
              <a:defRPr sz="2025" b="1">
                <a:solidFill>
                  <a:srgbClr val="D5E4AD"/>
                </a:solidFill>
                <a:latin typeface="Avenir Next"/>
                <a:ea typeface="Avenir Next"/>
                <a:cs typeface="Avenir Next"/>
              </a:defRPr>
            </a:lvl7pPr>
            <a:lvl8pPr>
              <a:defRPr sz="2025" b="1">
                <a:solidFill>
                  <a:srgbClr val="D5E4AD"/>
                </a:solidFill>
                <a:latin typeface="Avenir Next"/>
                <a:ea typeface="Avenir Next"/>
                <a:cs typeface="Avenir Next"/>
              </a:defRPr>
            </a:lvl8pPr>
            <a:lvl9pPr>
              <a:defRPr sz="2025" b="1">
                <a:solidFill>
                  <a:srgbClr val="D5E4AD"/>
                </a:solidFill>
                <a:latin typeface="Avenir Next"/>
                <a:ea typeface="Avenir Next"/>
                <a:cs typeface="Avenir Next"/>
              </a:defRPr>
            </a:lvl9pPr>
          </a:lstStyle>
          <a:p xmlns:a="http://schemas.openxmlformats.org/drawingml/2006/main">
            <a:pPr>
              <a:defRPr sz="2025" b="1">
                <a:solidFill>
                  <a:srgbClr val="D5E4AD"/>
                </a:solidFill>
                <a:latin typeface="Avenir Next"/>
                <a:ea typeface="Avenir Next"/>
                <a:cs typeface="Avenir Next"/>
              </a:defRPr>
            </a:pPr>
            <a:r>
              <a:rPr sz="2025" b="1">
                <a:solidFill>
                  <a:srgbClr val="D5E4AD"/>
                </a:solidFill>
                <a:latin typeface="Avenir Next"/>
                <a:ea typeface="Avenir Next"/>
                <a:cs typeface="Avenir Next"/>
              </a:rPr>
              <a:t>CACAO</a:t>
            </a:r>
          </a:p>
        </p:txBody>
      </p:sp>
      <p:sp>
        <p:nvSpPr>
          <p:cNvPr id="2" name="Inspección con&#10;revisión humana">
            <a:extLst xmlns:a="http://schemas.openxmlformats.org/drawingml/2006/main">
              <a:ext uri="{FF2B5EF4-FFF2-40B4-BE49-F238E27FC236}">
                <a16:creationId xmlns:a16="http://schemas.microsoft.com/office/drawing/2014/main" id="{256A509B-9B6F-44C0-891E-CFAB589BE6A2}"/>
              </a:ext>
            </a:extLst>
          </p:cNvPr>
          <p:cNvSpPr>
            <a:spLocks xmlns:a="http://schemas.openxmlformats.org/drawingml/2006/main" noGrp="1"/>
          </p:cNvSpPr>
          <p:nvPr/>
        </p:nvSpPr>
        <p:spPr>
          <a:xfrm xmlns:a="http://schemas.openxmlformats.org/drawingml/2006/main">
            <a:off x="609600" y="1304925"/>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F5F3E9"/>
                </a:solidFill>
                <a:latin typeface="Avenir Next"/>
                <a:ea typeface="Avenir Next"/>
                <a:cs typeface="Avenir Next"/>
              </a:defRPr>
            </a:defPPr>
            <a:lvl1pPr>
              <a:defRPr sz="4425" b="1">
                <a:solidFill>
                  <a:srgbClr val="F5F3E9"/>
                </a:solidFill>
                <a:latin typeface="Avenir Next"/>
                <a:ea typeface="Avenir Next"/>
                <a:cs typeface="Avenir Next"/>
              </a:defRPr>
            </a:lvl1pPr>
            <a:lvl2pPr>
              <a:defRPr sz="4425" b="1">
                <a:solidFill>
                  <a:srgbClr val="F5F3E9"/>
                </a:solidFill>
                <a:latin typeface="Avenir Next"/>
                <a:ea typeface="Avenir Next"/>
                <a:cs typeface="Avenir Next"/>
              </a:defRPr>
            </a:lvl2pPr>
            <a:lvl3pPr>
              <a:defRPr sz="4425" b="1">
                <a:solidFill>
                  <a:srgbClr val="F5F3E9"/>
                </a:solidFill>
                <a:latin typeface="Avenir Next"/>
                <a:ea typeface="Avenir Next"/>
                <a:cs typeface="Avenir Next"/>
              </a:defRPr>
            </a:lvl3pPr>
            <a:lvl4pPr>
              <a:defRPr sz="4425" b="1">
                <a:solidFill>
                  <a:srgbClr val="F5F3E9"/>
                </a:solidFill>
                <a:latin typeface="Avenir Next"/>
                <a:ea typeface="Avenir Next"/>
                <a:cs typeface="Avenir Next"/>
              </a:defRPr>
            </a:lvl4pPr>
            <a:lvl5pPr>
              <a:defRPr sz="4425" b="1">
                <a:solidFill>
                  <a:srgbClr val="F5F3E9"/>
                </a:solidFill>
                <a:latin typeface="Avenir Next"/>
                <a:ea typeface="Avenir Next"/>
                <a:cs typeface="Avenir Next"/>
              </a:defRPr>
            </a:lvl5pPr>
            <a:lvl6pPr>
              <a:defRPr sz="4425" b="1">
                <a:solidFill>
                  <a:srgbClr val="F5F3E9"/>
                </a:solidFill>
                <a:latin typeface="Avenir Next"/>
                <a:ea typeface="Avenir Next"/>
                <a:cs typeface="Avenir Next"/>
              </a:defRPr>
            </a:lvl6pPr>
            <a:lvl7pPr>
              <a:defRPr sz="4425" b="1">
                <a:solidFill>
                  <a:srgbClr val="F5F3E9"/>
                </a:solidFill>
                <a:latin typeface="Avenir Next"/>
                <a:ea typeface="Avenir Next"/>
                <a:cs typeface="Avenir Next"/>
              </a:defRPr>
            </a:lvl7pPr>
            <a:lvl8pPr>
              <a:defRPr sz="4425" b="1">
                <a:solidFill>
                  <a:srgbClr val="F5F3E9"/>
                </a:solidFill>
                <a:latin typeface="Avenir Next"/>
                <a:ea typeface="Avenir Next"/>
                <a:cs typeface="Avenir Next"/>
              </a:defRPr>
            </a:lvl8pPr>
            <a:lvl9pPr>
              <a:defRPr sz="4425" b="1">
                <a:solidFill>
                  <a:srgbClr val="F5F3E9"/>
                </a:solidFill>
                <a:latin typeface="Avenir Next"/>
                <a:ea typeface="Avenir Next"/>
                <a:cs typeface="Avenir Next"/>
              </a:defRPr>
            </a:lvl9pPr>
          </a:lstStyle>
          <a:p xmlns:a="http://schemas.openxmlformats.org/drawingml/2006/main">
            <a:pPr>
              <a:defRPr sz="4425" b="1">
                <a:solidFill>
                  <a:srgbClr val="F5F3E9"/>
                </a:solidFill>
                <a:latin typeface="Avenir Next"/>
                <a:ea typeface="Avenir Next"/>
                <a:cs typeface="Avenir Next"/>
              </a:defRPr>
            </a:pPr>
            <a:r>
              <a:rPr sz="4425" b="1">
                <a:solidFill>
                  <a:srgbClr val="F5F3E9"/>
                </a:solidFill>
                <a:latin typeface="Avenir Next"/>
                <a:ea typeface="Avenir Next"/>
                <a:cs typeface="Avenir Next"/>
              </a:rPr>
              <a:t>Inspección con</a:t>
            </a:r>
          </a:p>
          <a:p xmlns:a="http://schemas.openxmlformats.org/drawingml/2006/main">
            <a:pPr>
              <a:defRPr sz="4425" b="1">
                <a:solidFill>
                  <a:srgbClr val="F5F3E9"/>
                </a:solidFill>
                <a:latin typeface="Avenir Next"/>
                <a:ea typeface="Avenir Next"/>
                <a:cs typeface="Avenir Next"/>
              </a:defRPr>
            </a:pPr>
            <a:r>
              <a:rPr sz="4425" b="1">
                <a:solidFill>
                  <a:srgbClr val="F5F3E9"/>
                </a:solidFill>
                <a:latin typeface="Avenir Next"/>
                <a:ea typeface="Avenir Next"/>
                <a:cs typeface="Avenir Next"/>
              </a:rPr>
              <a:t>revisión humana</a:t>
            </a:r>
          </a:p>
        </p:txBody>
      </p:sp>
      <p:sp>
        <p:nvSpPr>
          <p:cNvPr id="3" name="El agricultor necesita ubicar frutos&#10;sospecho">
            <a:extLst xmlns:a="http://schemas.openxmlformats.org/drawingml/2006/main">
              <a:ext uri="{FF2B5EF4-FFF2-40B4-BE49-F238E27FC236}">
                <a16:creationId xmlns:a16="http://schemas.microsoft.com/office/drawing/2014/main" id="{B7F191F6-889E-4DAA-91CF-BF848252D4D4}"/>
              </a:ext>
            </a:extLst>
          </p:cNvPr>
          <p:cNvSpPr>
            <a:spLocks xmlns:a="http://schemas.openxmlformats.org/drawingml/2006/main" noGrp="1"/>
          </p:cNvSpPr>
          <p:nvPr/>
        </p:nvSpPr>
        <p:spPr>
          <a:xfrm xmlns:a="http://schemas.openxmlformats.org/drawingml/2006/main">
            <a:off x="609600" y="3438525"/>
            <a:ext cx="4476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5F3E9"/>
                </a:solidFill>
                <a:latin typeface="Avenir Next"/>
                <a:ea typeface="Avenir Next"/>
                <a:cs typeface="Avenir Next"/>
              </a:defRPr>
            </a:defPPr>
            <a:lvl1pPr>
              <a:defRPr sz="2100" b="0">
                <a:solidFill>
                  <a:srgbClr val="F5F3E9"/>
                </a:solidFill>
                <a:latin typeface="Avenir Next"/>
                <a:ea typeface="Avenir Next"/>
                <a:cs typeface="Avenir Next"/>
              </a:defRPr>
            </a:lvl1pPr>
            <a:lvl2pPr>
              <a:defRPr sz="2100" b="0">
                <a:solidFill>
                  <a:srgbClr val="F5F3E9"/>
                </a:solidFill>
                <a:latin typeface="Avenir Next"/>
                <a:ea typeface="Avenir Next"/>
                <a:cs typeface="Avenir Next"/>
              </a:defRPr>
            </a:lvl2pPr>
            <a:lvl3pPr>
              <a:defRPr sz="2100" b="0">
                <a:solidFill>
                  <a:srgbClr val="F5F3E9"/>
                </a:solidFill>
                <a:latin typeface="Avenir Next"/>
                <a:ea typeface="Avenir Next"/>
                <a:cs typeface="Avenir Next"/>
              </a:defRPr>
            </a:lvl3pPr>
            <a:lvl4pPr>
              <a:defRPr sz="2100" b="0">
                <a:solidFill>
                  <a:srgbClr val="F5F3E9"/>
                </a:solidFill>
                <a:latin typeface="Avenir Next"/>
                <a:ea typeface="Avenir Next"/>
                <a:cs typeface="Avenir Next"/>
              </a:defRPr>
            </a:lvl4pPr>
            <a:lvl5pPr>
              <a:defRPr sz="2100" b="0">
                <a:solidFill>
                  <a:srgbClr val="F5F3E9"/>
                </a:solidFill>
                <a:latin typeface="Avenir Next"/>
                <a:ea typeface="Avenir Next"/>
                <a:cs typeface="Avenir Next"/>
              </a:defRPr>
            </a:lvl5pPr>
            <a:lvl6pPr>
              <a:defRPr sz="2100" b="0">
                <a:solidFill>
                  <a:srgbClr val="F5F3E9"/>
                </a:solidFill>
                <a:latin typeface="Avenir Next"/>
                <a:ea typeface="Avenir Next"/>
                <a:cs typeface="Avenir Next"/>
              </a:defRPr>
            </a:lvl6pPr>
            <a:lvl7pPr>
              <a:defRPr sz="2100" b="0">
                <a:solidFill>
                  <a:srgbClr val="F5F3E9"/>
                </a:solidFill>
                <a:latin typeface="Avenir Next"/>
                <a:ea typeface="Avenir Next"/>
                <a:cs typeface="Avenir Next"/>
              </a:defRPr>
            </a:lvl7pPr>
            <a:lvl8pPr>
              <a:defRPr sz="2100" b="0">
                <a:solidFill>
                  <a:srgbClr val="F5F3E9"/>
                </a:solidFill>
                <a:latin typeface="Avenir Next"/>
                <a:ea typeface="Avenir Next"/>
                <a:cs typeface="Avenir Next"/>
              </a:defRPr>
            </a:lvl8pPr>
            <a:lvl9pPr>
              <a:defRPr sz="2100" b="0">
                <a:solidFill>
                  <a:srgbClr val="F5F3E9"/>
                </a:solidFill>
                <a:latin typeface="Avenir Next"/>
                <a:ea typeface="Avenir Next"/>
                <a:cs typeface="Avenir Next"/>
              </a:defRPr>
            </a:lvl9pPr>
          </a:lstStyle>
          <a:p xmlns:a="http://schemas.openxmlformats.org/drawingml/2006/main">
            <a:pPr>
              <a:defRPr sz="2100" b="0">
                <a:solidFill>
                  <a:srgbClr val="F5F3E9"/>
                </a:solidFill>
                <a:latin typeface="Avenir Next"/>
                <a:ea typeface="Avenir Next"/>
                <a:cs typeface="Avenir Next"/>
              </a:defRPr>
            </a:pPr>
            <a:r>
              <a:rPr sz="2100" b="0">
                <a:solidFill>
                  <a:srgbClr val="F5F3E9"/>
                </a:solidFill>
                <a:latin typeface="Avenir Next"/>
                <a:ea typeface="Avenir Next"/>
                <a:cs typeface="Avenir Next"/>
              </a:rPr>
              <a:t>El agricultor necesita ubicar frutos</a:t>
            </a:r>
          </a:p>
          <a:p xmlns:a="http://schemas.openxmlformats.org/drawingml/2006/main">
            <a:pPr>
              <a:defRPr sz="2100" b="0">
                <a:solidFill>
                  <a:srgbClr val="F5F3E9"/>
                </a:solidFill>
                <a:latin typeface="Avenir Next"/>
                <a:ea typeface="Avenir Next"/>
                <a:cs typeface="Avenir Next"/>
              </a:defRPr>
            </a:pPr>
            <a:r>
              <a:rPr sz="2100" b="0">
                <a:solidFill>
                  <a:srgbClr val="F5F3E9"/>
                </a:solidFill>
                <a:latin typeface="Avenir Next"/>
                <a:ea typeface="Avenir Next"/>
                <a:cs typeface="Avenir Next"/>
              </a:rPr>
              <a:t>sospechosos y decidir dónde intervenir.</a:t>
            </a:r>
          </a:p>
        </p:txBody>
      </p:sp>
      <p:sp>
        <p:nvSpPr>
          <p:cNvPr id="4" name="Prototipo en simulación">
            <a:extLst xmlns:a="http://schemas.openxmlformats.org/drawingml/2006/main">
              <a:ext uri="{FF2B5EF4-FFF2-40B4-BE49-F238E27FC236}">
                <a16:creationId xmlns:a16="http://schemas.microsoft.com/office/drawing/2014/main" id="{C8AF69A6-F0A0-4564-A006-626B637503FB}"/>
              </a:ext>
            </a:extLst>
          </p:cNvPr>
          <p:cNvSpPr>
            <a:spLocks xmlns:a="http://schemas.openxmlformats.org/drawingml/2006/main" noGrp="1"/>
          </p:cNvSpPr>
          <p:nvPr/>
        </p:nvSpPr>
        <p:spPr>
          <a:xfrm xmlns:a="http://schemas.openxmlformats.org/drawingml/2006/main">
            <a:off x="609600" y="4867275"/>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D5E4AD"/>
                </a:solidFill>
                <a:latin typeface="Avenir Next"/>
                <a:ea typeface="Avenir Next"/>
                <a:cs typeface="Avenir Next"/>
              </a:defRPr>
            </a:defPPr>
            <a:lvl1pPr>
              <a:defRPr sz="1800" b="1">
                <a:solidFill>
                  <a:srgbClr val="D5E4AD"/>
                </a:solidFill>
                <a:latin typeface="Avenir Next"/>
                <a:ea typeface="Avenir Next"/>
                <a:cs typeface="Avenir Next"/>
              </a:defRPr>
            </a:lvl1pPr>
            <a:lvl2pPr>
              <a:defRPr sz="1800" b="1">
                <a:solidFill>
                  <a:srgbClr val="D5E4AD"/>
                </a:solidFill>
                <a:latin typeface="Avenir Next"/>
                <a:ea typeface="Avenir Next"/>
                <a:cs typeface="Avenir Next"/>
              </a:defRPr>
            </a:lvl2pPr>
            <a:lvl3pPr>
              <a:defRPr sz="1800" b="1">
                <a:solidFill>
                  <a:srgbClr val="D5E4AD"/>
                </a:solidFill>
                <a:latin typeface="Avenir Next"/>
                <a:ea typeface="Avenir Next"/>
                <a:cs typeface="Avenir Next"/>
              </a:defRPr>
            </a:lvl3pPr>
            <a:lvl4pPr>
              <a:defRPr sz="1800" b="1">
                <a:solidFill>
                  <a:srgbClr val="D5E4AD"/>
                </a:solidFill>
                <a:latin typeface="Avenir Next"/>
                <a:ea typeface="Avenir Next"/>
                <a:cs typeface="Avenir Next"/>
              </a:defRPr>
            </a:lvl4pPr>
            <a:lvl5pPr>
              <a:defRPr sz="1800" b="1">
                <a:solidFill>
                  <a:srgbClr val="D5E4AD"/>
                </a:solidFill>
                <a:latin typeface="Avenir Next"/>
                <a:ea typeface="Avenir Next"/>
                <a:cs typeface="Avenir Next"/>
              </a:defRPr>
            </a:lvl5pPr>
            <a:lvl6pPr>
              <a:defRPr sz="1800" b="1">
                <a:solidFill>
                  <a:srgbClr val="D5E4AD"/>
                </a:solidFill>
                <a:latin typeface="Avenir Next"/>
                <a:ea typeface="Avenir Next"/>
                <a:cs typeface="Avenir Next"/>
              </a:defRPr>
            </a:lvl6pPr>
            <a:lvl7pPr>
              <a:defRPr sz="1800" b="1">
                <a:solidFill>
                  <a:srgbClr val="D5E4AD"/>
                </a:solidFill>
                <a:latin typeface="Avenir Next"/>
                <a:ea typeface="Avenir Next"/>
                <a:cs typeface="Avenir Next"/>
              </a:defRPr>
            </a:lvl7pPr>
            <a:lvl8pPr>
              <a:defRPr sz="1800" b="1">
                <a:solidFill>
                  <a:srgbClr val="D5E4AD"/>
                </a:solidFill>
                <a:latin typeface="Avenir Next"/>
                <a:ea typeface="Avenir Next"/>
                <a:cs typeface="Avenir Next"/>
              </a:defRPr>
            </a:lvl8pPr>
            <a:lvl9pPr>
              <a:defRPr sz="1800" b="1">
                <a:solidFill>
                  <a:srgbClr val="D5E4AD"/>
                </a:solidFill>
                <a:latin typeface="Avenir Next"/>
                <a:ea typeface="Avenir Next"/>
                <a:cs typeface="Avenir Next"/>
              </a:defRPr>
            </a:lvl9pPr>
          </a:lstStyle>
          <a:p xmlns:a="http://schemas.openxmlformats.org/drawingml/2006/main">
            <a:pPr>
              <a:defRPr sz="1800" b="1">
                <a:solidFill>
                  <a:srgbClr val="D5E4AD"/>
                </a:solidFill>
                <a:latin typeface="Avenir Next"/>
                <a:ea typeface="Avenir Next"/>
                <a:cs typeface="Avenir Next"/>
              </a:defRPr>
            </a:pPr>
            <a:r>
              <a:rPr sz="1800" b="1">
                <a:solidFill>
                  <a:srgbClr val="D5E4AD"/>
                </a:solidFill>
                <a:latin typeface="Avenir Next"/>
                <a:ea typeface="Avenir Next"/>
                <a:cs typeface="Avenir Next"/>
              </a:rPr>
              <a:t>Prototipo en simulación</a:t>
            </a:r>
          </a:p>
        </p:txBody>
      </p:sp>
      <p:sp>
        <p:nvSpPr>
          <p:cNvPr id="5" name="Kevin Navarro&#10;Hack the Andes 2026">
            <a:extLst xmlns:a="http://schemas.openxmlformats.org/drawingml/2006/main">
              <a:ext uri="{FF2B5EF4-FFF2-40B4-BE49-F238E27FC236}">
                <a16:creationId xmlns:a16="http://schemas.microsoft.com/office/drawing/2014/main" id="{733F4FB9-16D0-4947-9FA3-238BD641840A}"/>
              </a:ext>
            </a:extLst>
          </p:cNvPr>
          <p:cNvSpPr>
            <a:spLocks xmlns:a="http://schemas.openxmlformats.org/drawingml/2006/main" noGrp="1"/>
          </p:cNvSpPr>
          <p:nvPr/>
        </p:nvSpPr>
        <p:spPr>
          <a:xfrm xmlns:a="http://schemas.openxmlformats.org/drawingml/2006/main">
            <a:off x="609600" y="5867400"/>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5F3E9"/>
                </a:solidFill>
                <a:latin typeface="Avenir Next"/>
                <a:ea typeface="Avenir Next"/>
                <a:cs typeface="Avenir Next"/>
              </a:defRPr>
            </a:defPPr>
            <a:lvl1pPr>
              <a:defRPr sz="1500" b="0">
                <a:solidFill>
                  <a:srgbClr val="F5F3E9"/>
                </a:solidFill>
                <a:latin typeface="Avenir Next"/>
                <a:ea typeface="Avenir Next"/>
                <a:cs typeface="Avenir Next"/>
              </a:defRPr>
            </a:lvl1pPr>
            <a:lvl2pPr>
              <a:defRPr sz="1500" b="0">
                <a:solidFill>
                  <a:srgbClr val="F5F3E9"/>
                </a:solidFill>
                <a:latin typeface="Avenir Next"/>
                <a:ea typeface="Avenir Next"/>
                <a:cs typeface="Avenir Next"/>
              </a:defRPr>
            </a:lvl2pPr>
            <a:lvl3pPr>
              <a:defRPr sz="1500" b="0">
                <a:solidFill>
                  <a:srgbClr val="F5F3E9"/>
                </a:solidFill>
                <a:latin typeface="Avenir Next"/>
                <a:ea typeface="Avenir Next"/>
                <a:cs typeface="Avenir Next"/>
              </a:defRPr>
            </a:lvl3pPr>
            <a:lvl4pPr>
              <a:defRPr sz="1500" b="0">
                <a:solidFill>
                  <a:srgbClr val="F5F3E9"/>
                </a:solidFill>
                <a:latin typeface="Avenir Next"/>
                <a:ea typeface="Avenir Next"/>
                <a:cs typeface="Avenir Next"/>
              </a:defRPr>
            </a:lvl4pPr>
            <a:lvl5pPr>
              <a:defRPr sz="1500" b="0">
                <a:solidFill>
                  <a:srgbClr val="F5F3E9"/>
                </a:solidFill>
                <a:latin typeface="Avenir Next"/>
                <a:ea typeface="Avenir Next"/>
                <a:cs typeface="Avenir Next"/>
              </a:defRPr>
            </a:lvl5pPr>
            <a:lvl6pPr>
              <a:defRPr sz="1500" b="0">
                <a:solidFill>
                  <a:srgbClr val="F5F3E9"/>
                </a:solidFill>
                <a:latin typeface="Avenir Next"/>
                <a:ea typeface="Avenir Next"/>
                <a:cs typeface="Avenir Next"/>
              </a:defRPr>
            </a:lvl6pPr>
            <a:lvl7pPr>
              <a:defRPr sz="1500" b="0">
                <a:solidFill>
                  <a:srgbClr val="F5F3E9"/>
                </a:solidFill>
                <a:latin typeface="Avenir Next"/>
                <a:ea typeface="Avenir Next"/>
                <a:cs typeface="Avenir Next"/>
              </a:defRPr>
            </a:lvl7pPr>
            <a:lvl8pPr>
              <a:defRPr sz="1500" b="0">
                <a:solidFill>
                  <a:srgbClr val="F5F3E9"/>
                </a:solidFill>
                <a:latin typeface="Avenir Next"/>
                <a:ea typeface="Avenir Next"/>
                <a:cs typeface="Avenir Next"/>
              </a:defRPr>
            </a:lvl8pPr>
            <a:lvl9pPr>
              <a:defRPr sz="1500" b="0">
                <a:solidFill>
                  <a:srgbClr val="F5F3E9"/>
                </a:solidFill>
                <a:latin typeface="Avenir Next"/>
                <a:ea typeface="Avenir Next"/>
                <a:cs typeface="Avenir Next"/>
              </a:defRPr>
            </a:lvl9pPr>
          </a:lstStyle>
          <a:p xmlns:a="http://schemas.openxmlformats.org/drawingml/2006/main">
            <a:pPr>
              <a:defRPr sz="1500" b="0">
                <a:solidFill>
                  <a:srgbClr val="F5F3E9"/>
                </a:solidFill>
                <a:latin typeface="Avenir Next"/>
                <a:ea typeface="Avenir Next"/>
                <a:cs typeface="Avenir Next"/>
              </a:defRPr>
            </a:pPr>
            <a:r>
              <a:rPr sz="1500" b="0">
                <a:solidFill>
                  <a:srgbClr val="F5F3E9"/>
                </a:solidFill>
                <a:latin typeface="Avenir Next"/>
                <a:ea typeface="Avenir Next"/>
                <a:cs typeface="Avenir Next"/>
              </a:rPr>
              <a:t>Kevin Navarro</a:t>
            </a:r>
          </a:p>
          <a:p xmlns:a="http://schemas.openxmlformats.org/drawingml/2006/main">
            <a:pPr>
              <a:defRPr sz="1500" b="0">
                <a:solidFill>
                  <a:srgbClr val="F5F3E9"/>
                </a:solidFill>
                <a:latin typeface="Avenir Next"/>
                <a:ea typeface="Avenir Next"/>
                <a:cs typeface="Avenir Next"/>
              </a:defRPr>
            </a:pPr>
            <a:r>
              <a:rPr sz="1500" b="0">
                <a:solidFill>
                  <a:srgbClr val="F5F3E9"/>
                </a:solidFill>
                <a:latin typeface="Avenir Next"/>
                <a:ea typeface="Avenir Next"/>
                <a:cs typeface="Avenir Next"/>
              </a:rPr>
              <a:t>Hack the Andes 2026</a:t>
            </a:r>
          </a:p>
        </p:txBody>
      </p:sp>
      <p:pic>
        <p:nvPicPr>
          <p:cNvPr id="6" name="">
            <a:extLst xmlns:a="http://schemas.openxmlformats.org/drawingml/2006/main">
              <a:ext uri="{FF2B5EF4-FFF2-40B4-BE49-F238E27FC236}">
                <a16:creationId xmlns:a16="http://schemas.microsoft.com/office/drawing/2014/main" id="{6BD939E4-6BA3-4897-B373-B80C370292C0}"/>
              </a:ext>
            </a:extLst>
          </p:cNvPr>
          <p:cNvPicPr>
            <a:picLocks xmlns:a="http://schemas.openxmlformats.org/drawingml/2006/main" noChangeAspect="1"/>
          </p:cNvPicPr>
          <p:nvPr/>
        </p:nvPicPr>
        <p:blipFill>
          <a:blip xmlns:r="http://schemas.openxmlformats.org/officeDocument/2006/relationships" xmlns:a="http://schemas.openxmlformats.org/drawingml/2006/main" r:embed="R4c2f40f6f5414326"/>
          <a:stretch xmlns:a="http://schemas.openxmlformats.org/drawingml/2006/main"/>
        </p:blipFill>
        <p:spPr>
          <a:xfrm xmlns:a="http://schemas.openxmlformats.org/drawingml/2006/main">
            <a:off x="5353050" y="1652275"/>
            <a:ext cx="6229350" cy="3143875"/>
          </a:xfrm>
          <a:prstGeom xmlns:a="http://schemas.openxmlformats.org/drawingml/2006/main" prst="rect">
            <a:avLst/>
          </a:prstGeom>
        </p:spPr>
      </p:pic>
      <p:sp>
        <p:nvSpPr>
          <p:cNvPr id="7" name="Cámara del simulador. Sospecha pendiente de r">
            <a:extLst xmlns:a="http://schemas.openxmlformats.org/drawingml/2006/main">
              <a:ext uri="{FF2B5EF4-FFF2-40B4-BE49-F238E27FC236}">
                <a16:creationId xmlns:a16="http://schemas.microsoft.com/office/drawing/2014/main" id="{DA50C999-3FC7-49FB-A807-F029D036C41A}"/>
              </a:ext>
            </a:extLst>
          </p:cNvPr>
          <p:cNvSpPr>
            <a:spLocks xmlns:a="http://schemas.openxmlformats.org/drawingml/2006/main" noGrp="1"/>
          </p:cNvSpPr>
          <p:nvPr/>
        </p:nvSpPr>
        <p:spPr>
          <a:xfrm xmlns:a="http://schemas.openxmlformats.org/drawingml/2006/main">
            <a:off x="5353050" y="5038725"/>
            <a:ext cx="6229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5E4AD"/>
                </a:solidFill>
                <a:latin typeface="Avenir Next"/>
                <a:ea typeface="Avenir Next"/>
                <a:cs typeface="Avenir Next"/>
              </a:defRPr>
            </a:defPPr>
            <a:lvl1pPr>
              <a:defRPr sz="1500" b="0">
                <a:solidFill>
                  <a:srgbClr val="D5E4AD"/>
                </a:solidFill>
                <a:latin typeface="Avenir Next"/>
                <a:ea typeface="Avenir Next"/>
                <a:cs typeface="Avenir Next"/>
              </a:defRPr>
            </a:lvl1pPr>
            <a:lvl2pPr>
              <a:defRPr sz="1500" b="0">
                <a:solidFill>
                  <a:srgbClr val="D5E4AD"/>
                </a:solidFill>
                <a:latin typeface="Avenir Next"/>
                <a:ea typeface="Avenir Next"/>
                <a:cs typeface="Avenir Next"/>
              </a:defRPr>
            </a:lvl2pPr>
            <a:lvl3pPr>
              <a:defRPr sz="1500" b="0">
                <a:solidFill>
                  <a:srgbClr val="D5E4AD"/>
                </a:solidFill>
                <a:latin typeface="Avenir Next"/>
                <a:ea typeface="Avenir Next"/>
                <a:cs typeface="Avenir Next"/>
              </a:defRPr>
            </a:lvl3pPr>
            <a:lvl4pPr>
              <a:defRPr sz="1500" b="0">
                <a:solidFill>
                  <a:srgbClr val="D5E4AD"/>
                </a:solidFill>
                <a:latin typeface="Avenir Next"/>
                <a:ea typeface="Avenir Next"/>
                <a:cs typeface="Avenir Next"/>
              </a:defRPr>
            </a:lvl4pPr>
            <a:lvl5pPr>
              <a:defRPr sz="1500" b="0">
                <a:solidFill>
                  <a:srgbClr val="D5E4AD"/>
                </a:solidFill>
                <a:latin typeface="Avenir Next"/>
                <a:ea typeface="Avenir Next"/>
                <a:cs typeface="Avenir Next"/>
              </a:defRPr>
            </a:lvl5pPr>
            <a:lvl6pPr>
              <a:defRPr sz="1500" b="0">
                <a:solidFill>
                  <a:srgbClr val="D5E4AD"/>
                </a:solidFill>
                <a:latin typeface="Avenir Next"/>
                <a:ea typeface="Avenir Next"/>
                <a:cs typeface="Avenir Next"/>
              </a:defRPr>
            </a:lvl6pPr>
            <a:lvl7pPr>
              <a:defRPr sz="1500" b="0">
                <a:solidFill>
                  <a:srgbClr val="D5E4AD"/>
                </a:solidFill>
                <a:latin typeface="Avenir Next"/>
                <a:ea typeface="Avenir Next"/>
                <a:cs typeface="Avenir Next"/>
              </a:defRPr>
            </a:lvl7pPr>
            <a:lvl8pPr>
              <a:defRPr sz="1500" b="0">
                <a:solidFill>
                  <a:srgbClr val="D5E4AD"/>
                </a:solidFill>
                <a:latin typeface="Avenir Next"/>
                <a:ea typeface="Avenir Next"/>
                <a:cs typeface="Avenir Next"/>
              </a:defRPr>
            </a:lvl8pPr>
            <a:lvl9pPr>
              <a:defRPr sz="1500" b="0">
                <a:solidFill>
                  <a:srgbClr val="D5E4AD"/>
                </a:solidFill>
                <a:latin typeface="Avenir Next"/>
                <a:ea typeface="Avenir Next"/>
                <a:cs typeface="Avenir Next"/>
              </a:defRPr>
            </a:lvl9pPr>
          </a:lstStyle>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Cámara del simulador. Sospecha pendiente de revisión.</a:t>
            </a:r>
          </a:p>
        </p:txBody>
      </p:sp>
    </p:spTree>
    <p:extLst>
      <p:ext uri="{BB962C8B-B14F-4D97-AF65-F5344CB8AC3E}">
        <p14:creationId xmlns:p14="http://schemas.microsoft.com/office/powerpoint/2010/main" val="2085226428"/>
      </p:ext>
    </p:extLst>
  </p:cSld>
</p:sld>
</file>

<file path=ppt/slides/slide2.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6" name="El agricultor decide">
            <a:extLst xmlns:a="http://schemas.openxmlformats.org/drawingml/2006/main">
              <a:ext uri="{FF2B5EF4-FFF2-40B4-BE49-F238E27FC236}">
                <a16:creationId xmlns:a16="http://schemas.microsoft.com/office/drawing/2014/main" id="{35C98948-C8E5-44DF-8CCA-3D9CA5CDB5C0}"/>
              </a:ext>
            </a:extLst>
          </p:cNvPr>
          <p:cNvSpPr>
            <a:spLocks xmlns:a="http://schemas.openxmlformats.org/drawingml/2006/main" noGrp="1"/>
          </p:cNvSpPr>
          <p:nvPr/>
        </p:nvSpPr>
        <p:spPr>
          <a:xfrm xmlns:a="http://schemas.openxmlformats.org/drawingml/2006/main">
            <a:off x="609600" y="542925"/>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33B2B"/>
                </a:solidFill>
                <a:latin typeface="Avenir Next"/>
                <a:ea typeface="Avenir Next"/>
                <a:cs typeface="Avenir Next"/>
              </a:defRPr>
            </a:defPPr>
            <a:lvl1pPr>
              <a:defRPr sz="3600" b="1">
                <a:solidFill>
                  <a:srgbClr val="233B2B"/>
                </a:solidFill>
                <a:latin typeface="Avenir Next"/>
                <a:ea typeface="Avenir Next"/>
                <a:cs typeface="Avenir Next"/>
              </a:defRPr>
            </a:lvl1pPr>
            <a:lvl2pPr>
              <a:defRPr sz="3600" b="1">
                <a:solidFill>
                  <a:srgbClr val="233B2B"/>
                </a:solidFill>
                <a:latin typeface="Avenir Next"/>
                <a:ea typeface="Avenir Next"/>
                <a:cs typeface="Avenir Next"/>
              </a:defRPr>
            </a:lvl2pPr>
            <a:lvl3pPr>
              <a:defRPr sz="3600" b="1">
                <a:solidFill>
                  <a:srgbClr val="233B2B"/>
                </a:solidFill>
                <a:latin typeface="Avenir Next"/>
                <a:ea typeface="Avenir Next"/>
                <a:cs typeface="Avenir Next"/>
              </a:defRPr>
            </a:lvl3pPr>
            <a:lvl4pPr>
              <a:defRPr sz="3600" b="1">
                <a:solidFill>
                  <a:srgbClr val="233B2B"/>
                </a:solidFill>
                <a:latin typeface="Avenir Next"/>
                <a:ea typeface="Avenir Next"/>
                <a:cs typeface="Avenir Next"/>
              </a:defRPr>
            </a:lvl4pPr>
            <a:lvl5pPr>
              <a:defRPr sz="3600" b="1">
                <a:solidFill>
                  <a:srgbClr val="233B2B"/>
                </a:solidFill>
                <a:latin typeface="Avenir Next"/>
                <a:ea typeface="Avenir Next"/>
                <a:cs typeface="Avenir Next"/>
              </a:defRPr>
            </a:lvl5pPr>
            <a:lvl6pPr>
              <a:defRPr sz="3600" b="1">
                <a:solidFill>
                  <a:srgbClr val="233B2B"/>
                </a:solidFill>
                <a:latin typeface="Avenir Next"/>
                <a:ea typeface="Avenir Next"/>
                <a:cs typeface="Avenir Next"/>
              </a:defRPr>
            </a:lvl6pPr>
            <a:lvl7pPr>
              <a:defRPr sz="3600" b="1">
                <a:solidFill>
                  <a:srgbClr val="233B2B"/>
                </a:solidFill>
                <a:latin typeface="Avenir Next"/>
                <a:ea typeface="Avenir Next"/>
                <a:cs typeface="Avenir Next"/>
              </a:defRPr>
            </a:lvl7pPr>
            <a:lvl8pPr>
              <a:defRPr sz="3600" b="1">
                <a:solidFill>
                  <a:srgbClr val="233B2B"/>
                </a:solidFill>
                <a:latin typeface="Avenir Next"/>
                <a:ea typeface="Avenir Next"/>
                <a:cs typeface="Avenir Next"/>
              </a:defRPr>
            </a:lvl8pPr>
            <a:lvl9pPr>
              <a:defRPr sz="3600" b="1">
                <a:solidFill>
                  <a:srgbClr val="233B2B"/>
                </a:solidFill>
                <a:latin typeface="Avenir Next"/>
                <a:ea typeface="Avenir Next"/>
                <a:cs typeface="Avenir Next"/>
              </a:defRPr>
            </a:lvl9pPr>
          </a:lstStyle>
          <a:p xmlns:a="http://schemas.openxmlformats.org/drawingml/2006/main">
            <a:pPr>
              <a:defRPr sz="3600" b="1">
                <a:solidFill>
                  <a:srgbClr val="233B2B"/>
                </a:solidFill>
                <a:latin typeface="Avenir Next"/>
                <a:ea typeface="Avenir Next"/>
                <a:cs typeface="Avenir Next"/>
              </a:defRPr>
            </a:pPr>
            <a:r>
              <a:rPr sz="3600" b="1">
                <a:solidFill>
                  <a:srgbClr val="233B2B"/>
                </a:solidFill>
                <a:latin typeface="Avenir Next"/>
                <a:ea typeface="Avenir Next"/>
                <a:cs typeface="Avenir Next"/>
              </a:rPr>
              <a:t>El agricultor decide</a:t>
            </a:r>
          </a:p>
        </p:txBody>
      </p:sp>
      <p:sp>
        <p:nvSpPr>
          <p:cNvPr id="2" name="01">
            <a:extLst xmlns:a="http://schemas.openxmlformats.org/drawingml/2006/main">
              <a:ext uri="{FF2B5EF4-FFF2-40B4-BE49-F238E27FC236}">
                <a16:creationId xmlns:a16="http://schemas.microsoft.com/office/drawing/2014/main" id="{F3198224-BDB8-43F3-A238-3B275071D335}"/>
              </a:ext>
            </a:extLst>
          </p:cNvPr>
          <p:cNvSpPr>
            <a:spLocks xmlns:a="http://schemas.openxmlformats.org/drawingml/2006/main" noGrp="1"/>
          </p:cNvSpPr>
          <p:nvPr/>
        </p:nvSpPr>
        <p:spPr>
          <a:xfrm xmlns:a="http://schemas.openxmlformats.org/drawingml/2006/main">
            <a:off x="609600" y="1657350"/>
            <a:ext cx="55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596957"/>
                </a:solidFill>
                <a:latin typeface="Avenir Next"/>
                <a:ea typeface="Avenir Next"/>
                <a:cs typeface="Avenir Next"/>
              </a:defRPr>
            </a:defPPr>
            <a:lvl1pPr>
              <a:defRPr sz="2025" b="1">
                <a:solidFill>
                  <a:srgbClr val="596957"/>
                </a:solidFill>
                <a:latin typeface="Avenir Next"/>
                <a:ea typeface="Avenir Next"/>
                <a:cs typeface="Avenir Next"/>
              </a:defRPr>
            </a:lvl1pPr>
            <a:lvl2pPr>
              <a:defRPr sz="2025" b="1">
                <a:solidFill>
                  <a:srgbClr val="596957"/>
                </a:solidFill>
                <a:latin typeface="Avenir Next"/>
                <a:ea typeface="Avenir Next"/>
                <a:cs typeface="Avenir Next"/>
              </a:defRPr>
            </a:lvl2pPr>
            <a:lvl3pPr>
              <a:defRPr sz="2025" b="1">
                <a:solidFill>
                  <a:srgbClr val="596957"/>
                </a:solidFill>
                <a:latin typeface="Avenir Next"/>
                <a:ea typeface="Avenir Next"/>
                <a:cs typeface="Avenir Next"/>
              </a:defRPr>
            </a:lvl3pPr>
            <a:lvl4pPr>
              <a:defRPr sz="2025" b="1">
                <a:solidFill>
                  <a:srgbClr val="596957"/>
                </a:solidFill>
                <a:latin typeface="Avenir Next"/>
                <a:ea typeface="Avenir Next"/>
                <a:cs typeface="Avenir Next"/>
              </a:defRPr>
            </a:lvl4pPr>
            <a:lvl5pPr>
              <a:defRPr sz="2025" b="1">
                <a:solidFill>
                  <a:srgbClr val="596957"/>
                </a:solidFill>
                <a:latin typeface="Avenir Next"/>
                <a:ea typeface="Avenir Next"/>
                <a:cs typeface="Avenir Next"/>
              </a:defRPr>
            </a:lvl5pPr>
            <a:lvl6pPr>
              <a:defRPr sz="2025" b="1">
                <a:solidFill>
                  <a:srgbClr val="596957"/>
                </a:solidFill>
                <a:latin typeface="Avenir Next"/>
                <a:ea typeface="Avenir Next"/>
                <a:cs typeface="Avenir Next"/>
              </a:defRPr>
            </a:lvl6pPr>
            <a:lvl7pPr>
              <a:defRPr sz="2025" b="1">
                <a:solidFill>
                  <a:srgbClr val="596957"/>
                </a:solidFill>
                <a:latin typeface="Avenir Next"/>
                <a:ea typeface="Avenir Next"/>
                <a:cs typeface="Avenir Next"/>
              </a:defRPr>
            </a:lvl7pPr>
            <a:lvl8pPr>
              <a:defRPr sz="2025" b="1">
                <a:solidFill>
                  <a:srgbClr val="596957"/>
                </a:solidFill>
                <a:latin typeface="Avenir Next"/>
                <a:ea typeface="Avenir Next"/>
                <a:cs typeface="Avenir Next"/>
              </a:defRPr>
            </a:lvl8pPr>
            <a:lvl9pPr>
              <a:defRPr sz="2025" b="1">
                <a:solidFill>
                  <a:srgbClr val="596957"/>
                </a:solidFill>
                <a:latin typeface="Avenir Next"/>
                <a:ea typeface="Avenir Next"/>
                <a:cs typeface="Avenir Next"/>
              </a:defRPr>
            </a:lvl9pPr>
          </a:lstStyle>
          <a:p xmlns:a="http://schemas.openxmlformats.org/drawingml/2006/main">
            <a:pPr>
              <a:defRPr sz="2025" b="1">
                <a:solidFill>
                  <a:srgbClr val="596957"/>
                </a:solidFill>
                <a:latin typeface="Avenir Next"/>
                <a:ea typeface="Avenir Next"/>
                <a:cs typeface="Avenir Next"/>
              </a:defRPr>
            </a:pPr>
            <a:r>
              <a:rPr sz="2025" b="1">
                <a:solidFill>
                  <a:srgbClr val="596957"/>
                </a:solidFill>
                <a:latin typeface="Avenir Next"/>
                <a:ea typeface="Avenir Next"/>
                <a:cs typeface="Avenir Next"/>
              </a:rPr>
              <a:t>01</a:t>
            </a:r>
          </a:p>
        </p:txBody>
      </p:sp>
      <p:sp>
        <p:nvSpPr>
          <p:cNvPr id="3" name="El dron inspecciona">
            <a:extLst xmlns:a="http://schemas.openxmlformats.org/drawingml/2006/main">
              <a:ext uri="{FF2B5EF4-FFF2-40B4-BE49-F238E27FC236}">
                <a16:creationId xmlns:a16="http://schemas.microsoft.com/office/drawing/2014/main" id="{C7255E15-E484-4F42-A452-CA0BA78DF6D6}"/>
              </a:ext>
            </a:extLst>
          </p:cNvPr>
          <p:cNvSpPr>
            <a:spLocks xmlns:a="http://schemas.openxmlformats.org/drawingml/2006/main" noGrp="1"/>
          </p:cNvSpPr>
          <p:nvPr/>
        </p:nvSpPr>
        <p:spPr>
          <a:xfrm xmlns:a="http://schemas.openxmlformats.org/drawingml/2006/main">
            <a:off x="1295400" y="1657350"/>
            <a:ext cx="588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33B2B"/>
                </a:solidFill>
                <a:latin typeface="Avenir Next"/>
                <a:ea typeface="Avenir Next"/>
                <a:cs typeface="Avenir Next"/>
              </a:defRPr>
            </a:defPPr>
            <a:lvl1pPr>
              <a:defRPr sz="2175" b="1">
                <a:solidFill>
                  <a:srgbClr val="233B2B"/>
                </a:solidFill>
                <a:latin typeface="Avenir Next"/>
                <a:ea typeface="Avenir Next"/>
                <a:cs typeface="Avenir Next"/>
              </a:defRPr>
            </a:lvl1pPr>
            <a:lvl2pPr>
              <a:defRPr sz="2175" b="1">
                <a:solidFill>
                  <a:srgbClr val="233B2B"/>
                </a:solidFill>
                <a:latin typeface="Avenir Next"/>
                <a:ea typeface="Avenir Next"/>
                <a:cs typeface="Avenir Next"/>
              </a:defRPr>
            </a:lvl2pPr>
            <a:lvl3pPr>
              <a:defRPr sz="2175" b="1">
                <a:solidFill>
                  <a:srgbClr val="233B2B"/>
                </a:solidFill>
                <a:latin typeface="Avenir Next"/>
                <a:ea typeface="Avenir Next"/>
                <a:cs typeface="Avenir Next"/>
              </a:defRPr>
            </a:lvl3pPr>
            <a:lvl4pPr>
              <a:defRPr sz="2175" b="1">
                <a:solidFill>
                  <a:srgbClr val="233B2B"/>
                </a:solidFill>
                <a:latin typeface="Avenir Next"/>
                <a:ea typeface="Avenir Next"/>
                <a:cs typeface="Avenir Next"/>
              </a:defRPr>
            </a:lvl4pPr>
            <a:lvl5pPr>
              <a:defRPr sz="2175" b="1">
                <a:solidFill>
                  <a:srgbClr val="233B2B"/>
                </a:solidFill>
                <a:latin typeface="Avenir Next"/>
                <a:ea typeface="Avenir Next"/>
                <a:cs typeface="Avenir Next"/>
              </a:defRPr>
            </a:lvl5pPr>
            <a:lvl6pPr>
              <a:defRPr sz="2175" b="1">
                <a:solidFill>
                  <a:srgbClr val="233B2B"/>
                </a:solidFill>
                <a:latin typeface="Avenir Next"/>
                <a:ea typeface="Avenir Next"/>
                <a:cs typeface="Avenir Next"/>
              </a:defRPr>
            </a:lvl6pPr>
            <a:lvl7pPr>
              <a:defRPr sz="2175" b="1">
                <a:solidFill>
                  <a:srgbClr val="233B2B"/>
                </a:solidFill>
                <a:latin typeface="Avenir Next"/>
                <a:ea typeface="Avenir Next"/>
                <a:cs typeface="Avenir Next"/>
              </a:defRPr>
            </a:lvl7pPr>
            <a:lvl8pPr>
              <a:defRPr sz="2175" b="1">
                <a:solidFill>
                  <a:srgbClr val="233B2B"/>
                </a:solidFill>
                <a:latin typeface="Avenir Next"/>
                <a:ea typeface="Avenir Next"/>
                <a:cs typeface="Avenir Next"/>
              </a:defRPr>
            </a:lvl8pPr>
            <a:lvl9pPr>
              <a:defRPr sz="2175" b="1">
                <a:solidFill>
                  <a:srgbClr val="233B2B"/>
                </a:solidFill>
                <a:latin typeface="Avenir Next"/>
                <a:ea typeface="Avenir Next"/>
                <a:cs typeface="Avenir Next"/>
              </a:defRPr>
            </a:lvl9pPr>
          </a:lstStyle>
          <a:p xmlns:a="http://schemas.openxmlformats.org/drawingml/2006/main">
            <a:pPr>
              <a:defRPr sz="2175" b="1">
                <a:solidFill>
                  <a:srgbClr val="233B2B"/>
                </a:solidFill>
                <a:latin typeface="Avenir Next"/>
                <a:ea typeface="Avenir Next"/>
                <a:cs typeface="Avenir Next"/>
              </a:defRPr>
            </a:pPr>
            <a:r>
              <a:rPr sz="2175" b="1">
                <a:solidFill>
                  <a:srgbClr val="233B2B"/>
                </a:solidFill>
                <a:latin typeface="Avenir Next"/>
                <a:ea typeface="Avenir Next"/>
                <a:cs typeface="Avenir Next"/>
              </a:rPr>
              <a:t>El dron inspecciona</a:t>
            </a:r>
          </a:p>
        </p:txBody>
      </p:sp>
      <p:sp>
        <p:nvSpPr>
          <p:cNvPr id="4" name="YOLO analiza las imágenes de su cámara.">
            <a:extLst xmlns:a="http://schemas.openxmlformats.org/drawingml/2006/main">
              <a:ext uri="{FF2B5EF4-FFF2-40B4-BE49-F238E27FC236}">
                <a16:creationId xmlns:a16="http://schemas.microsoft.com/office/drawing/2014/main" id="{976CC538-EB14-44E4-9D06-08A94FD56F69}"/>
              </a:ext>
            </a:extLst>
          </p:cNvPr>
          <p:cNvSpPr>
            <a:spLocks xmlns:a="http://schemas.openxmlformats.org/drawingml/2006/main" noGrp="1"/>
          </p:cNvSpPr>
          <p:nvPr/>
        </p:nvSpPr>
        <p:spPr>
          <a:xfrm xmlns:a="http://schemas.openxmlformats.org/drawingml/2006/main">
            <a:off x="1295400" y="2085975"/>
            <a:ext cx="5905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957"/>
                </a:solidFill>
                <a:latin typeface="Avenir Next"/>
                <a:ea typeface="Avenir Next"/>
                <a:cs typeface="Avenir Next"/>
              </a:defRPr>
            </a:defPPr>
            <a:lvl1pPr>
              <a:defRPr sz="1725" b="0">
                <a:solidFill>
                  <a:srgbClr val="596957"/>
                </a:solidFill>
                <a:latin typeface="Avenir Next"/>
                <a:ea typeface="Avenir Next"/>
                <a:cs typeface="Avenir Next"/>
              </a:defRPr>
            </a:lvl1pPr>
            <a:lvl2pPr>
              <a:defRPr sz="1725" b="0">
                <a:solidFill>
                  <a:srgbClr val="596957"/>
                </a:solidFill>
                <a:latin typeface="Avenir Next"/>
                <a:ea typeface="Avenir Next"/>
                <a:cs typeface="Avenir Next"/>
              </a:defRPr>
            </a:lvl2pPr>
            <a:lvl3pPr>
              <a:defRPr sz="1725" b="0">
                <a:solidFill>
                  <a:srgbClr val="596957"/>
                </a:solidFill>
                <a:latin typeface="Avenir Next"/>
                <a:ea typeface="Avenir Next"/>
                <a:cs typeface="Avenir Next"/>
              </a:defRPr>
            </a:lvl3pPr>
            <a:lvl4pPr>
              <a:defRPr sz="1725" b="0">
                <a:solidFill>
                  <a:srgbClr val="596957"/>
                </a:solidFill>
                <a:latin typeface="Avenir Next"/>
                <a:ea typeface="Avenir Next"/>
                <a:cs typeface="Avenir Next"/>
              </a:defRPr>
            </a:lvl4pPr>
            <a:lvl5pPr>
              <a:defRPr sz="1725" b="0">
                <a:solidFill>
                  <a:srgbClr val="596957"/>
                </a:solidFill>
                <a:latin typeface="Avenir Next"/>
                <a:ea typeface="Avenir Next"/>
                <a:cs typeface="Avenir Next"/>
              </a:defRPr>
            </a:lvl5pPr>
            <a:lvl6pPr>
              <a:defRPr sz="1725" b="0">
                <a:solidFill>
                  <a:srgbClr val="596957"/>
                </a:solidFill>
                <a:latin typeface="Avenir Next"/>
                <a:ea typeface="Avenir Next"/>
                <a:cs typeface="Avenir Next"/>
              </a:defRPr>
            </a:lvl6pPr>
            <a:lvl7pPr>
              <a:defRPr sz="1725" b="0">
                <a:solidFill>
                  <a:srgbClr val="596957"/>
                </a:solidFill>
                <a:latin typeface="Avenir Next"/>
                <a:ea typeface="Avenir Next"/>
                <a:cs typeface="Avenir Next"/>
              </a:defRPr>
            </a:lvl7pPr>
            <a:lvl8pPr>
              <a:defRPr sz="1725" b="0">
                <a:solidFill>
                  <a:srgbClr val="596957"/>
                </a:solidFill>
                <a:latin typeface="Avenir Next"/>
                <a:ea typeface="Avenir Next"/>
                <a:cs typeface="Avenir Next"/>
              </a:defRPr>
            </a:lvl8pPr>
            <a:lvl9pPr>
              <a:defRPr sz="1725" b="0">
                <a:solidFill>
                  <a:srgbClr val="596957"/>
                </a:solidFill>
                <a:latin typeface="Avenir Next"/>
                <a:ea typeface="Avenir Next"/>
                <a:cs typeface="Avenir Next"/>
              </a:defRPr>
            </a:lvl9pPr>
          </a:lstStyle>
          <a:p xmlns:a="http://schemas.openxmlformats.org/drawingml/2006/main">
            <a:pPr>
              <a:defRPr sz="1725" b="0">
                <a:solidFill>
                  <a:srgbClr val="596957"/>
                </a:solidFill>
                <a:latin typeface="Avenir Next"/>
                <a:ea typeface="Avenir Next"/>
                <a:cs typeface="Avenir Next"/>
              </a:defRPr>
            </a:pPr>
            <a:r>
              <a:rPr sz="1725" b="0">
                <a:solidFill>
                  <a:srgbClr val="596957"/>
                </a:solidFill>
                <a:latin typeface="Avenir Next"/>
                <a:ea typeface="Avenir Next"/>
                <a:cs typeface="Avenir Next"/>
              </a:rPr>
              <a:t>YOLO analiza las imágenes de su cámara.</a:t>
            </a:r>
          </a:p>
        </p:txBody>
      </p:sp>
      <p:sp>
        <p:nvSpPr>
          <p:cNvPr id="5" name="02">
            <a:extLst xmlns:a="http://schemas.openxmlformats.org/drawingml/2006/main">
              <a:ext uri="{FF2B5EF4-FFF2-40B4-BE49-F238E27FC236}">
                <a16:creationId xmlns:a16="http://schemas.microsoft.com/office/drawing/2014/main" id="{F8002B2B-395E-4A6A-9D72-E268576FE68A}"/>
              </a:ext>
            </a:extLst>
          </p:cNvPr>
          <p:cNvSpPr>
            <a:spLocks xmlns:a="http://schemas.openxmlformats.org/drawingml/2006/main" noGrp="1"/>
          </p:cNvSpPr>
          <p:nvPr/>
        </p:nvSpPr>
        <p:spPr>
          <a:xfrm xmlns:a="http://schemas.openxmlformats.org/drawingml/2006/main">
            <a:off x="609600" y="2714625"/>
            <a:ext cx="55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596957"/>
                </a:solidFill>
                <a:latin typeface="Avenir Next"/>
                <a:ea typeface="Avenir Next"/>
                <a:cs typeface="Avenir Next"/>
              </a:defRPr>
            </a:defPPr>
            <a:lvl1pPr>
              <a:defRPr sz="2025" b="1">
                <a:solidFill>
                  <a:srgbClr val="596957"/>
                </a:solidFill>
                <a:latin typeface="Avenir Next"/>
                <a:ea typeface="Avenir Next"/>
                <a:cs typeface="Avenir Next"/>
              </a:defRPr>
            </a:lvl1pPr>
            <a:lvl2pPr>
              <a:defRPr sz="2025" b="1">
                <a:solidFill>
                  <a:srgbClr val="596957"/>
                </a:solidFill>
                <a:latin typeface="Avenir Next"/>
                <a:ea typeface="Avenir Next"/>
                <a:cs typeface="Avenir Next"/>
              </a:defRPr>
            </a:lvl2pPr>
            <a:lvl3pPr>
              <a:defRPr sz="2025" b="1">
                <a:solidFill>
                  <a:srgbClr val="596957"/>
                </a:solidFill>
                <a:latin typeface="Avenir Next"/>
                <a:ea typeface="Avenir Next"/>
                <a:cs typeface="Avenir Next"/>
              </a:defRPr>
            </a:lvl3pPr>
            <a:lvl4pPr>
              <a:defRPr sz="2025" b="1">
                <a:solidFill>
                  <a:srgbClr val="596957"/>
                </a:solidFill>
                <a:latin typeface="Avenir Next"/>
                <a:ea typeface="Avenir Next"/>
                <a:cs typeface="Avenir Next"/>
              </a:defRPr>
            </a:lvl4pPr>
            <a:lvl5pPr>
              <a:defRPr sz="2025" b="1">
                <a:solidFill>
                  <a:srgbClr val="596957"/>
                </a:solidFill>
                <a:latin typeface="Avenir Next"/>
                <a:ea typeface="Avenir Next"/>
                <a:cs typeface="Avenir Next"/>
              </a:defRPr>
            </a:lvl5pPr>
            <a:lvl6pPr>
              <a:defRPr sz="2025" b="1">
                <a:solidFill>
                  <a:srgbClr val="596957"/>
                </a:solidFill>
                <a:latin typeface="Avenir Next"/>
                <a:ea typeface="Avenir Next"/>
                <a:cs typeface="Avenir Next"/>
              </a:defRPr>
            </a:lvl6pPr>
            <a:lvl7pPr>
              <a:defRPr sz="2025" b="1">
                <a:solidFill>
                  <a:srgbClr val="596957"/>
                </a:solidFill>
                <a:latin typeface="Avenir Next"/>
                <a:ea typeface="Avenir Next"/>
                <a:cs typeface="Avenir Next"/>
              </a:defRPr>
            </a:lvl7pPr>
            <a:lvl8pPr>
              <a:defRPr sz="2025" b="1">
                <a:solidFill>
                  <a:srgbClr val="596957"/>
                </a:solidFill>
                <a:latin typeface="Avenir Next"/>
                <a:ea typeface="Avenir Next"/>
                <a:cs typeface="Avenir Next"/>
              </a:defRPr>
            </a:lvl8pPr>
            <a:lvl9pPr>
              <a:defRPr sz="2025" b="1">
                <a:solidFill>
                  <a:srgbClr val="596957"/>
                </a:solidFill>
                <a:latin typeface="Avenir Next"/>
                <a:ea typeface="Avenir Next"/>
                <a:cs typeface="Avenir Next"/>
              </a:defRPr>
            </a:lvl9pPr>
          </a:lstStyle>
          <a:p xmlns:a="http://schemas.openxmlformats.org/drawingml/2006/main">
            <a:pPr>
              <a:defRPr sz="2025" b="1">
                <a:solidFill>
                  <a:srgbClr val="596957"/>
                </a:solidFill>
                <a:latin typeface="Avenir Next"/>
                <a:ea typeface="Avenir Next"/>
                <a:cs typeface="Avenir Next"/>
              </a:defRPr>
            </a:pPr>
            <a:r>
              <a:rPr sz="2025" b="1">
                <a:solidFill>
                  <a:srgbClr val="596957"/>
                </a:solidFill>
                <a:latin typeface="Avenir Next"/>
                <a:ea typeface="Avenir Next"/>
                <a:cs typeface="Avenir Next"/>
              </a:rPr>
              <a:t>02</a:t>
            </a:r>
          </a:p>
        </p:txBody>
      </p:sp>
      <p:sp>
        <p:nvSpPr>
          <p:cNvPr id="6" name="La sospecha queda guardada">
            <a:extLst xmlns:a="http://schemas.openxmlformats.org/drawingml/2006/main">
              <a:ext uri="{FF2B5EF4-FFF2-40B4-BE49-F238E27FC236}">
                <a16:creationId xmlns:a16="http://schemas.microsoft.com/office/drawing/2014/main" id="{6CF5CD99-5463-4264-975C-178982C78F8F}"/>
              </a:ext>
            </a:extLst>
          </p:cNvPr>
          <p:cNvSpPr>
            <a:spLocks xmlns:a="http://schemas.openxmlformats.org/drawingml/2006/main" noGrp="1"/>
          </p:cNvSpPr>
          <p:nvPr/>
        </p:nvSpPr>
        <p:spPr>
          <a:xfrm xmlns:a="http://schemas.openxmlformats.org/drawingml/2006/main">
            <a:off x="1295400" y="2714625"/>
            <a:ext cx="588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33B2B"/>
                </a:solidFill>
                <a:latin typeface="Avenir Next"/>
                <a:ea typeface="Avenir Next"/>
                <a:cs typeface="Avenir Next"/>
              </a:defRPr>
            </a:defPPr>
            <a:lvl1pPr>
              <a:defRPr sz="2175" b="1">
                <a:solidFill>
                  <a:srgbClr val="233B2B"/>
                </a:solidFill>
                <a:latin typeface="Avenir Next"/>
                <a:ea typeface="Avenir Next"/>
                <a:cs typeface="Avenir Next"/>
              </a:defRPr>
            </a:lvl1pPr>
            <a:lvl2pPr>
              <a:defRPr sz="2175" b="1">
                <a:solidFill>
                  <a:srgbClr val="233B2B"/>
                </a:solidFill>
                <a:latin typeface="Avenir Next"/>
                <a:ea typeface="Avenir Next"/>
                <a:cs typeface="Avenir Next"/>
              </a:defRPr>
            </a:lvl2pPr>
            <a:lvl3pPr>
              <a:defRPr sz="2175" b="1">
                <a:solidFill>
                  <a:srgbClr val="233B2B"/>
                </a:solidFill>
                <a:latin typeface="Avenir Next"/>
                <a:ea typeface="Avenir Next"/>
                <a:cs typeface="Avenir Next"/>
              </a:defRPr>
            </a:lvl3pPr>
            <a:lvl4pPr>
              <a:defRPr sz="2175" b="1">
                <a:solidFill>
                  <a:srgbClr val="233B2B"/>
                </a:solidFill>
                <a:latin typeface="Avenir Next"/>
                <a:ea typeface="Avenir Next"/>
                <a:cs typeface="Avenir Next"/>
              </a:defRPr>
            </a:lvl4pPr>
            <a:lvl5pPr>
              <a:defRPr sz="2175" b="1">
                <a:solidFill>
                  <a:srgbClr val="233B2B"/>
                </a:solidFill>
                <a:latin typeface="Avenir Next"/>
                <a:ea typeface="Avenir Next"/>
                <a:cs typeface="Avenir Next"/>
              </a:defRPr>
            </a:lvl5pPr>
            <a:lvl6pPr>
              <a:defRPr sz="2175" b="1">
                <a:solidFill>
                  <a:srgbClr val="233B2B"/>
                </a:solidFill>
                <a:latin typeface="Avenir Next"/>
                <a:ea typeface="Avenir Next"/>
                <a:cs typeface="Avenir Next"/>
              </a:defRPr>
            </a:lvl6pPr>
            <a:lvl7pPr>
              <a:defRPr sz="2175" b="1">
                <a:solidFill>
                  <a:srgbClr val="233B2B"/>
                </a:solidFill>
                <a:latin typeface="Avenir Next"/>
                <a:ea typeface="Avenir Next"/>
                <a:cs typeface="Avenir Next"/>
              </a:defRPr>
            </a:lvl7pPr>
            <a:lvl8pPr>
              <a:defRPr sz="2175" b="1">
                <a:solidFill>
                  <a:srgbClr val="233B2B"/>
                </a:solidFill>
                <a:latin typeface="Avenir Next"/>
                <a:ea typeface="Avenir Next"/>
                <a:cs typeface="Avenir Next"/>
              </a:defRPr>
            </a:lvl8pPr>
            <a:lvl9pPr>
              <a:defRPr sz="2175" b="1">
                <a:solidFill>
                  <a:srgbClr val="233B2B"/>
                </a:solidFill>
                <a:latin typeface="Avenir Next"/>
                <a:ea typeface="Avenir Next"/>
                <a:cs typeface="Avenir Next"/>
              </a:defRPr>
            </a:lvl9pPr>
          </a:lstStyle>
          <a:p xmlns:a="http://schemas.openxmlformats.org/drawingml/2006/main">
            <a:pPr>
              <a:defRPr sz="2175" b="1">
                <a:solidFill>
                  <a:srgbClr val="233B2B"/>
                </a:solidFill>
                <a:latin typeface="Avenir Next"/>
                <a:ea typeface="Avenir Next"/>
                <a:cs typeface="Avenir Next"/>
              </a:defRPr>
            </a:pPr>
            <a:r>
              <a:rPr sz="2175" b="1">
                <a:solidFill>
                  <a:srgbClr val="233B2B"/>
                </a:solidFill>
                <a:latin typeface="Avenir Next"/>
                <a:ea typeface="Avenir Next"/>
                <a:cs typeface="Avenir Next"/>
              </a:rPr>
              <a:t>La sospecha queda guardada</a:t>
            </a:r>
          </a:p>
        </p:txBody>
      </p:sp>
      <p:sp>
        <p:nvSpPr>
          <p:cNvPr id="7" name="Foto, recorte y ubicación del fruto.">
            <a:extLst xmlns:a="http://schemas.openxmlformats.org/drawingml/2006/main">
              <a:ext uri="{FF2B5EF4-FFF2-40B4-BE49-F238E27FC236}">
                <a16:creationId xmlns:a16="http://schemas.microsoft.com/office/drawing/2014/main" id="{FDF6EB7F-795D-4256-80E5-9248811C5B49}"/>
              </a:ext>
            </a:extLst>
          </p:cNvPr>
          <p:cNvSpPr>
            <a:spLocks xmlns:a="http://schemas.openxmlformats.org/drawingml/2006/main" noGrp="1"/>
          </p:cNvSpPr>
          <p:nvPr/>
        </p:nvSpPr>
        <p:spPr>
          <a:xfrm xmlns:a="http://schemas.openxmlformats.org/drawingml/2006/main">
            <a:off x="1295400" y="3143250"/>
            <a:ext cx="5905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957"/>
                </a:solidFill>
                <a:latin typeface="Avenir Next"/>
                <a:ea typeface="Avenir Next"/>
                <a:cs typeface="Avenir Next"/>
              </a:defRPr>
            </a:defPPr>
            <a:lvl1pPr>
              <a:defRPr sz="1725" b="0">
                <a:solidFill>
                  <a:srgbClr val="596957"/>
                </a:solidFill>
                <a:latin typeface="Avenir Next"/>
                <a:ea typeface="Avenir Next"/>
                <a:cs typeface="Avenir Next"/>
              </a:defRPr>
            </a:lvl1pPr>
            <a:lvl2pPr>
              <a:defRPr sz="1725" b="0">
                <a:solidFill>
                  <a:srgbClr val="596957"/>
                </a:solidFill>
                <a:latin typeface="Avenir Next"/>
                <a:ea typeface="Avenir Next"/>
                <a:cs typeface="Avenir Next"/>
              </a:defRPr>
            </a:lvl2pPr>
            <a:lvl3pPr>
              <a:defRPr sz="1725" b="0">
                <a:solidFill>
                  <a:srgbClr val="596957"/>
                </a:solidFill>
                <a:latin typeface="Avenir Next"/>
                <a:ea typeface="Avenir Next"/>
                <a:cs typeface="Avenir Next"/>
              </a:defRPr>
            </a:lvl3pPr>
            <a:lvl4pPr>
              <a:defRPr sz="1725" b="0">
                <a:solidFill>
                  <a:srgbClr val="596957"/>
                </a:solidFill>
                <a:latin typeface="Avenir Next"/>
                <a:ea typeface="Avenir Next"/>
                <a:cs typeface="Avenir Next"/>
              </a:defRPr>
            </a:lvl4pPr>
            <a:lvl5pPr>
              <a:defRPr sz="1725" b="0">
                <a:solidFill>
                  <a:srgbClr val="596957"/>
                </a:solidFill>
                <a:latin typeface="Avenir Next"/>
                <a:ea typeface="Avenir Next"/>
                <a:cs typeface="Avenir Next"/>
              </a:defRPr>
            </a:lvl5pPr>
            <a:lvl6pPr>
              <a:defRPr sz="1725" b="0">
                <a:solidFill>
                  <a:srgbClr val="596957"/>
                </a:solidFill>
                <a:latin typeface="Avenir Next"/>
                <a:ea typeface="Avenir Next"/>
                <a:cs typeface="Avenir Next"/>
              </a:defRPr>
            </a:lvl6pPr>
            <a:lvl7pPr>
              <a:defRPr sz="1725" b="0">
                <a:solidFill>
                  <a:srgbClr val="596957"/>
                </a:solidFill>
                <a:latin typeface="Avenir Next"/>
                <a:ea typeface="Avenir Next"/>
                <a:cs typeface="Avenir Next"/>
              </a:defRPr>
            </a:lvl7pPr>
            <a:lvl8pPr>
              <a:defRPr sz="1725" b="0">
                <a:solidFill>
                  <a:srgbClr val="596957"/>
                </a:solidFill>
                <a:latin typeface="Avenir Next"/>
                <a:ea typeface="Avenir Next"/>
                <a:cs typeface="Avenir Next"/>
              </a:defRPr>
            </a:lvl8pPr>
            <a:lvl9pPr>
              <a:defRPr sz="1725" b="0">
                <a:solidFill>
                  <a:srgbClr val="596957"/>
                </a:solidFill>
                <a:latin typeface="Avenir Next"/>
                <a:ea typeface="Avenir Next"/>
                <a:cs typeface="Avenir Next"/>
              </a:defRPr>
            </a:lvl9pPr>
          </a:lstStyle>
          <a:p xmlns:a="http://schemas.openxmlformats.org/drawingml/2006/main">
            <a:pPr>
              <a:defRPr sz="1725" b="0">
                <a:solidFill>
                  <a:srgbClr val="596957"/>
                </a:solidFill>
                <a:latin typeface="Avenir Next"/>
                <a:ea typeface="Avenir Next"/>
                <a:cs typeface="Avenir Next"/>
              </a:defRPr>
            </a:pPr>
            <a:r>
              <a:rPr sz="1725" b="0">
                <a:solidFill>
                  <a:srgbClr val="596957"/>
                </a:solidFill>
                <a:latin typeface="Avenir Next"/>
                <a:ea typeface="Avenir Next"/>
                <a:cs typeface="Avenir Next"/>
              </a:rPr>
              <a:t>Foto, recorte y ubicación del fruto.</a:t>
            </a:r>
          </a:p>
        </p:txBody>
      </p:sp>
      <p:sp>
        <p:nvSpPr>
          <p:cNvPr id="8" name="03">
            <a:extLst xmlns:a="http://schemas.openxmlformats.org/drawingml/2006/main">
              <a:ext uri="{FF2B5EF4-FFF2-40B4-BE49-F238E27FC236}">
                <a16:creationId xmlns:a16="http://schemas.microsoft.com/office/drawing/2014/main" id="{34512EE5-AE31-4DAB-AD09-EBC95C02D9B7}"/>
              </a:ext>
            </a:extLst>
          </p:cNvPr>
          <p:cNvSpPr>
            <a:spLocks xmlns:a="http://schemas.openxmlformats.org/drawingml/2006/main" noGrp="1"/>
          </p:cNvSpPr>
          <p:nvPr/>
        </p:nvSpPr>
        <p:spPr>
          <a:xfrm xmlns:a="http://schemas.openxmlformats.org/drawingml/2006/main">
            <a:off x="609600" y="3771900"/>
            <a:ext cx="55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596957"/>
                </a:solidFill>
                <a:latin typeface="Avenir Next"/>
                <a:ea typeface="Avenir Next"/>
                <a:cs typeface="Avenir Next"/>
              </a:defRPr>
            </a:defPPr>
            <a:lvl1pPr>
              <a:defRPr sz="2025" b="1">
                <a:solidFill>
                  <a:srgbClr val="596957"/>
                </a:solidFill>
                <a:latin typeface="Avenir Next"/>
                <a:ea typeface="Avenir Next"/>
                <a:cs typeface="Avenir Next"/>
              </a:defRPr>
            </a:lvl1pPr>
            <a:lvl2pPr>
              <a:defRPr sz="2025" b="1">
                <a:solidFill>
                  <a:srgbClr val="596957"/>
                </a:solidFill>
                <a:latin typeface="Avenir Next"/>
                <a:ea typeface="Avenir Next"/>
                <a:cs typeface="Avenir Next"/>
              </a:defRPr>
            </a:lvl2pPr>
            <a:lvl3pPr>
              <a:defRPr sz="2025" b="1">
                <a:solidFill>
                  <a:srgbClr val="596957"/>
                </a:solidFill>
                <a:latin typeface="Avenir Next"/>
                <a:ea typeface="Avenir Next"/>
                <a:cs typeface="Avenir Next"/>
              </a:defRPr>
            </a:lvl3pPr>
            <a:lvl4pPr>
              <a:defRPr sz="2025" b="1">
                <a:solidFill>
                  <a:srgbClr val="596957"/>
                </a:solidFill>
                <a:latin typeface="Avenir Next"/>
                <a:ea typeface="Avenir Next"/>
                <a:cs typeface="Avenir Next"/>
              </a:defRPr>
            </a:lvl4pPr>
            <a:lvl5pPr>
              <a:defRPr sz="2025" b="1">
                <a:solidFill>
                  <a:srgbClr val="596957"/>
                </a:solidFill>
                <a:latin typeface="Avenir Next"/>
                <a:ea typeface="Avenir Next"/>
                <a:cs typeface="Avenir Next"/>
              </a:defRPr>
            </a:lvl5pPr>
            <a:lvl6pPr>
              <a:defRPr sz="2025" b="1">
                <a:solidFill>
                  <a:srgbClr val="596957"/>
                </a:solidFill>
                <a:latin typeface="Avenir Next"/>
                <a:ea typeface="Avenir Next"/>
                <a:cs typeface="Avenir Next"/>
              </a:defRPr>
            </a:lvl6pPr>
            <a:lvl7pPr>
              <a:defRPr sz="2025" b="1">
                <a:solidFill>
                  <a:srgbClr val="596957"/>
                </a:solidFill>
                <a:latin typeface="Avenir Next"/>
                <a:ea typeface="Avenir Next"/>
                <a:cs typeface="Avenir Next"/>
              </a:defRPr>
            </a:lvl7pPr>
            <a:lvl8pPr>
              <a:defRPr sz="2025" b="1">
                <a:solidFill>
                  <a:srgbClr val="596957"/>
                </a:solidFill>
                <a:latin typeface="Avenir Next"/>
                <a:ea typeface="Avenir Next"/>
                <a:cs typeface="Avenir Next"/>
              </a:defRPr>
            </a:lvl8pPr>
            <a:lvl9pPr>
              <a:defRPr sz="2025" b="1">
                <a:solidFill>
                  <a:srgbClr val="596957"/>
                </a:solidFill>
                <a:latin typeface="Avenir Next"/>
                <a:ea typeface="Avenir Next"/>
                <a:cs typeface="Avenir Next"/>
              </a:defRPr>
            </a:lvl9pPr>
          </a:lstStyle>
          <a:p xmlns:a="http://schemas.openxmlformats.org/drawingml/2006/main">
            <a:pPr>
              <a:defRPr sz="2025" b="1">
                <a:solidFill>
                  <a:srgbClr val="596957"/>
                </a:solidFill>
                <a:latin typeface="Avenir Next"/>
                <a:ea typeface="Avenir Next"/>
                <a:cs typeface="Avenir Next"/>
              </a:defRPr>
            </a:pPr>
            <a:r>
              <a:rPr sz="2025" b="1">
                <a:solidFill>
                  <a:srgbClr val="596957"/>
                </a:solidFill>
                <a:latin typeface="Avenir Next"/>
                <a:ea typeface="Avenir Next"/>
                <a:cs typeface="Avenir Next"/>
              </a:rPr>
              <a:t>03</a:t>
            </a:r>
          </a:p>
        </p:txBody>
      </p:sp>
      <p:sp>
        <p:nvSpPr>
          <p:cNvPr id="9" name="El agricultor revisa">
            <a:extLst xmlns:a="http://schemas.openxmlformats.org/drawingml/2006/main">
              <a:ext uri="{FF2B5EF4-FFF2-40B4-BE49-F238E27FC236}">
                <a16:creationId xmlns:a16="http://schemas.microsoft.com/office/drawing/2014/main" id="{B2D8781B-F7DD-4EA7-B6FF-E7619B7F9C5B}"/>
              </a:ext>
            </a:extLst>
          </p:cNvPr>
          <p:cNvSpPr>
            <a:spLocks xmlns:a="http://schemas.openxmlformats.org/drawingml/2006/main" noGrp="1"/>
          </p:cNvSpPr>
          <p:nvPr/>
        </p:nvSpPr>
        <p:spPr>
          <a:xfrm xmlns:a="http://schemas.openxmlformats.org/drawingml/2006/main">
            <a:off x="1295400" y="3771900"/>
            <a:ext cx="588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33B2B"/>
                </a:solidFill>
                <a:latin typeface="Avenir Next"/>
                <a:ea typeface="Avenir Next"/>
                <a:cs typeface="Avenir Next"/>
              </a:defRPr>
            </a:defPPr>
            <a:lvl1pPr>
              <a:defRPr sz="2175" b="1">
                <a:solidFill>
                  <a:srgbClr val="233B2B"/>
                </a:solidFill>
                <a:latin typeface="Avenir Next"/>
                <a:ea typeface="Avenir Next"/>
                <a:cs typeface="Avenir Next"/>
              </a:defRPr>
            </a:lvl1pPr>
            <a:lvl2pPr>
              <a:defRPr sz="2175" b="1">
                <a:solidFill>
                  <a:srgbClr val="233B2B"/>
                </a:solidFill>
                <a:latin typeface="Avenir Next"/>
                <a:ea typeface="Avenir Next"/>
                <a:cs typeface="Avenir Next"/>
              </a:defRPr>
            </a:lvl2pPr>
            <a:lvl3pPr>
              <a:defRPr sz="2175" b="1">
                <a:solidFill>
                  <a:srgbClr val="233B2B"/>
                </a:solidFill>
                <a:latin typeface="Avenir Next"/>
                <a:ea typeface="Avenir Next"/>
                <a:cs typeface="Avenir Next"/>
              </a:defRPr>
            </a:lvl3pPr>
            <a:lvl4pPr>
              <a:defRPr sz="2175" b="1">
                <a:solidFill>
                  <a:srgbClr val="233B2B"/>
                </a:solidFill>
                <a:latin typeface="Avenir Next"/>
                <a:ea typeface="Avenir Next"/>
                <a:cs typeface="Avenir Next"/>
              </a:defRPr>
            </a:lvl4pPr>
            <a:lvl5pPr>
              <a:defRPr sz="2175" b="1">
                <a:solidFill>
                  <a:srgbClr val="233B2B"/>
                </a:solidFill>
                <a:latin typeface="Avenir Next"/>
                <a:ea typeface="Avenir Next"/>
                <a:cs typeface="Avenir Next"/>
              </a:defRPr>
            </a:lvl5pPr>
            <a:lvl6pPr>
              <a:defRPr sz="2175" b="1">
                <a:solidFill>
                  <a:srgbClr val="233B2B"/>
                </a:solidFill>
                <a:latin typeface="Avenir Next"/>
                <a:ea typeface="Avenir Next"/>
                <a:cs typeface="Avenir Next"/>
              </a:defRPr>
            </a:lvl6pPr>
            <a:lvl7pPr>
              <a:defRPr sz="2175" b="1">
                <a:solidFill>
                  <a:srgbClr val="233B2B"/>
                </a:solidFill>
                <a:latin typeface="Avenir Next"/>
                <a:ea typeface="Avenir Next"/>
                <a:cs typeface="Avenir Next"/>
              </a:defRPr>
            </a:lvl7pPr>
            <a:lvl8pPr>
              <a:defRPr sz="2175" b="1">
                <a:solidFill>
                  <a:srgbClr val="233B2B"/>
                </a:solidFill>
                <a:latin typeface="Avenir Next"/>
                <a:ea typeface="Avenir Next"/>
                <a:cs typeface="Avenir Next"/>
              </a:defRPr>
            </a:lvl8pPr>
            <a:lvl9pPr>
              <a:defRPr sz="2175" b="1">
                <a:solidFill>
                  <a:srgbClr val="233B2B"/>
                </a:solidFill>
                <a:latin typeface="Avenir Next"/>
                <a:ea typeface="Avenir Next"/>
                <a:cs typeface="Avenir Next"/>
              </a:defRPr>
            </a:lvl9pPr>
          </a:lstStyle>
          <a:p xmlns:a="http://schemas.openxmlformats.org/drawingml/2006/main">
            <a:pPr>
              <a:defRPr sz="2175" b="1">
                <a:solidFill>
                  <a:srgbClr val="233B2B"/>
                </a:solidFill>
                <a:latin typeface="Avenir Next"/>
                <a:ea typeface="Avenir Next"/>
                <a:cs typeface="Avenir Next"/>
              </a:defRPr>
            </a:pPr>
            <a:r>
              <a:rPr sz="2175" b="1">
                <a:solidFill>
                  <a:srgbClr val="233B2B"/>
                </a:solidFill>
                <a:latin typeface="Avenir Next"/>
                <a:ea typeface="Avenir Next"/>
                <a:cs typeface="Avenir Next"/>
              </a:rPr>
              <a:t>El agricultor revisa</a:t>
            </a:r>
          </a:p>
        </p:txBody>
      </p:sp>
      <p:sp>
        <p:nvSpPr>
          <p:cNvPr id="10" name="Aprueba la retirada o conserva el fruto.">
            <a:extLst xmlns:a="http://schemas.openxmlformats.org/drawingml/2006/main">
              <a:ext uri="{FF2B5EF4-FFF2-40B4-BE49-F238E27FC236}">
                <a16:creationId xmlns:a16="http://schemas.microsoft.com/office/drawing/2014/main" id="{E08DF33F-9EAF-432C-96FA-DFA7BD9F8B7C}"/>
              </a:ext>
            </a:extLst>
          </p:cNvPr>
          <p:cNvSpPr>
            <a:spLocks xmlns:a="http://schemas.openxmlformats.org/drawingml/2006/main" noGrp="1"/>
          </p:cNvSpPr>
          <p:nvPr/>
        </p:nvSpPr>
        <p:spPr>
          <a:xfrm xmlns:a="http://schemas.openxmlformats.org/drawingml/2006/main">
            <a:off x="1295400" y="4200525"/>
            <a:ext cx="5905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957"/>
                </a:solidFill>
                <a:latin typeface="Avenir Next"/>
                <a:ea typeface="Avenir Next"/>
                <a:cs typeface="Avenir Next"/>
              </a:defRPr>
            </a:defPPr>
            <a:lvl1pPr>
              <a:defRPr sz="1725" b="0">
                <a:solidFill>
                  <a:srgbClr val="596957"/>
                </a:solidFill>
                <a:latin typeface="Avenir Next"/>
                <a:ea typeface="Avenir Next"/>
                <a:cs typeface="Avenir Next"/>
              </a:defRPr>
            </a:lvl1pPr>
            <a:lvl2pPr>
              <a:defRPr sz="1725" b="0">
                <a:solidFill>
                  <a:srgbClr val="596957"/>
                </a:solidFill>
                <a:latin typeface="Avenir Next"/>
                <a:ea typeface="Avenir Next"/>
                <a:cs typeface="Avenir Next"/>
              </a:defRPr>
            </a:lvl2pPr>
            <a:lvl3pPr>
              <a:defRPr sz="1725" b="0">
                <a:solidFill>
                  <a:srgbClr val="596957"/>
                </a:solidFill>
                <a:latin typeface="Avenir Next"/>
                <a:ea typeface="Avenir Next"/>
                <a:cs typeface="Avenir Next"/>
              </a:defRPr>
            </a:lvl3pPr>
            <a:lvl4pPr>
              <a:defRPr sz="1725" b="0">
                <a:solidFill>
                  <a:srgbClr val="596957"/>
                </a:solidFill>
                <a:latin typeface="Avenir Next"/>
                <a:ea typeface="Avenir Next"/>
                <a:cs typeface="Avenir Next"/>
              </a:defRPr>
            </a:lvl4pPr>
            <a:lvl5pPr>
              <a:defRPr sz="1725" b="0">
                <a:solidFill>
                  <a:srgbClr val="596957"/>
                </a:solidFill>
                <a:latin typeface="Avenir Next"/>
                <a:ea typeface="Avenir Next"/>
                <a:cs typeface="Avenir Next"/>
              </a:defRPr>
            </a:lvl5pPr>
            <a:lvl6pPr>
              <a:defRPr sz="1725" b="0">
                <a:solidFill>
                  <a:srgbClr val="596957"/>
                </a:solidFill>
                <a:latin typeface="Avenir Next"/>
                <a:ea typeface="Avenir Next"/>
                <a:cs typeface="Avenir Next"/>
              </a:defRPr>
            </a:lvl6pPr>
            <a:lvl7pPr>
              <a:defRPr sz="1725" b="0">
                <a:solidFill>
                  <a:srgbClr val="596957"/>
                </a:solidFill>
                <a:latin typeface="Avenir Next"/>
                <a:ea typeface="Avenir Next"/>
                <a:cs typeface="Avenir Next"/>
              </a:defRPr>
            </a:lvl7pPr>
            <a:lvl8pPr>
              <a:defRPr sz="1725" b="0">
                <a:solidFill>
                  <a:srgbClr val="596957"/>
                </a:solidFill>
                <a:latin typeface="Avenir Next"/>
                <a:ea typeface="Avenir Next"/>
                <a:cs typeface="Avenir Next"/>
              </a:defRPr>
            </a:lvl8pPr>
            <a:lvl9pPr>
              <a:defRPr sz="1725" b="0">
                <a:solidFill>
                  <a:srgbClr val="596957"/>
                </a:solidFill>
                <a:latin typeface="Avenir Next"/>
                <a:ea typeface="Avenir Next"/>
                <a:cs typeface="Avenir Next"/>
              </a:defRPr>
            </a:lvl9pPr>
          </a:lstStyle>
          <a:p xmlns:a="http://schemas.openxmlformats.org/drawingml/2006/main">
            <a:pPr>
              <a:defRPr sz="1725" b="0">
                <a:solidFill>
                  <a:srgbClr val="596957"/>
                </a:solidFill>
                <a:latin typeface="Avenir Next"/>
                <a:ea typeface="Avenir Next"/>
                <a:cs typeface="Avenir Next"/>
              </a:defRPr>
            </a:pPr>
            <a:r>
              <a:rPr sz="1725" b="0">
                <a:solidFill>
                  <a:srgbClr val="596957"/>
                </a:solidFill>
                <a:latin typeface="Avenir Next"/>
                <a:ea typeface="Avenir Next"/>
                <a:cs typeface="Avenir Next"/>
              </a:rPr>
              <a:t>Aprueba la retirada o conserva el fruto.</a:t>
            </a:r>
          </a:p>
        </p:txBody>
      </p:sp>
      <p:sp>
        <p:nvSpPr>
          <p:cNvPr id="11" name="04">
            <a:extLst xmlns:a="http://schemas.openxmlformats.org/drawingml/2006/main">
              <a:ext uri="{FF2B5EF4-FFF2-40B4-BE49-F238E27FC236}">
                <a16:creationId xmlns:a16="http://schemas.microsoft.com/office/drawing/2014/main" id="{40FB9639-2A2C-4228-A574-5BDD8FE18B18}"/>
              </a:ext>
            </a:extLst>
          </p:cNvPr>
          <p:cNvSpPr>
            <a:spLocks xmlns:a="http://schemas.openxmlformats.org/drawingml/2006/main" noGrp="1"/>
          </p:cNvSpPr>
          <p:nvPr/>
        </p:nvSpPr>
        <p:spPr>
          <a:xfrm xmlns:a="http://schemas.openxmlformats.org/drawingml/2006/main">
            <a:off x="609600" y="4829175"/>
            <a:ext cx="55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596957"/>
                </a:solidFill>
                <a:latin typeface="Avenir Next"/>
                <a:ea typeface="Avenir Next"/>
                <a:cs typeface="Avenir Next"/>
              </a:defRPr>
            </a:defPPr>
            <a:lvl1pPr>
              <a:defRPr sz="2025" b="1">
                <a:solidFill>
                  <a:srgbClr val="596957"/>
                </a:solidFill>
                <a:latin typeface="Avenir Next"/>
                <a:ea typeface="Avenir Next"/>
                <a:cs typeface="Avenir Next"/>
              </a:defRPr>
            </a:lvl1pPr>
            <a:lvl2pPr>
              <a:defRPr sz="2025" b="1">
                <a:solidFill>
                  <a:srgbClr val="596957"/>
                </a:solidFill>
                <a:latin typeface="Avenir Next"/>
                <a:ea typeface="Avenir Next"/>
                <a:cs typeface="Avenir Next"/>
              </a:defRPr>
            </a:lvl2pPr>
            <a:lvl3pPr>
              <a:defRPr sz="2025" b="1">
                <a:solidFill>
                  <a:srgbClr val="596957"/>
                </a:solidFill>
                <a:latin typeface="Avenir Next"/>
                <a:ea typeface="Avenir Next"/>
                <a:cs typeface="Avenir Next"/>
              </a:defRPr>
            </a:lvl3pPr>
            <a:lvl4pPr>
              <a:defRPr sz="2025" b="1">
                <a:solidFill>
                  <a:srgbClr val="596957"/>
                </a:solidFill>
                <a:latin typeface="Avenir Next"/>
                <a:ea typeface="Avenir Next"/>
                <a:cs typeface="Avenir Next"/>
              </a:defRPr>
            </a:lvl4pPr>
            <a:lvl5pPr>
              <a:defRPr sz="2025" b="1">
                <a:solidFill>
                  <a:srgbClr val="596957"/>
                </a:solidFill>
                <a:latin typeface="Avenir Next"/>
                <a:ea typeface="Avenir Next"/>
                <a:cs typeface="Avenir Next"/>
              </a:defRPr>
            </a:lvl5pPr>
            <a:lvl6pPr>
              <a:defRPr sz="2025" b="1">
                <a:solidFill>
                  <a:srgbClr val="596957"/>
                </a:solidFill>
                <a:latin typeface="Avenir Next"/>
                <a:ea typeface="Avenir Next"/>
                <a:cs typeface="Avenir Next"/>
              </a:defRPr>
            </a:lvl6pPr>
            <a:lvl7pPr>
              <a:defRPr sz="2025" b="1">
                <a:solidFill>
                  <a:srgbClr val="596957"/>
                </a:solidFill>
                <a:latin typeface="Avenir Next"/>
                <a:ea typeface="Avenir Next"/>
                <a:cs typeface="Avenir Next"/>
              </a:defRPr>
            </a:lvl7pPr>
            <a:lvl8pPr>
              <a:defRPr sz="2025" b="1">
                <a:solidFill>
                  <a:srgbClr val="596957"/>
                </a:solidFill>
                <a:latin typeface="Avenir Next"/>
                <a:ea typeface="Avenir Next"/>
                <a:cs typeface="Avenir Next"/>
              </a:defRPr>
            </a:lvl8pPr>
            <a:lvl9pPr>
              <a:defRPr sz="2025" b="1">
                <a:solidFill>
                  <a:srgbClr val="596957"/>
                </a:solidFill>
                <a:latin typeface="Avenir Next"/>
                <a:ea typeface="Avenir Next"/>
                <a:cs typeface="Avenir Next"/>
              </a:defRPr>
            </a:lvl9pPr>
          </a:lstStyle>
          <a:p xmlns:a="http://schemas.openxmlformats.org/drawingml/2006/main">
            <a:pPr>
              <a:defRPr sz="2025" b="1">
                <a:solidFill>
                  <a:srgbClr val="596957"/>
                </a:solidFill>
                <a:latin typeface="Avenir Next"/>
                <a:ea typeface="Avenir Next"/>
                <a:cs typeface="Avenir Next"/>
              </a:defRPr>
            </a:pPr>
            <a:r>
              <a:rPr sz="2025" b="1">
                <a:solidFill>
                  <a:srgbClr val="596957"/>
                </a:solidFill>
                <a:latin typeface="Avenir Next"/>
                <a:ea typeface="Avenir Next"/>
                <a:cs typeface="Avenir Next"/>
              </a:rPr>
              <a:t>04</a:t>
            </a:r>
          </a:p>
        </p:txBody>
      </p:sp>
      <p:sp>
        <p:nvSpPr>
          <p:cNvPr id="12" name="El terrestre recibe la tarea">
            <a:extLst xmlns:a="http://schemas.openxmlformats.org/drawingml/2006/main">
              <a:ext uri="{FF2B5EF4-FFF2-40B4-BE49-F238E27FC236}">
                <a16:creationId xmlns:a16="http://schemas.microsoft.com/office/drawing/2014/main" id="{6166B3DA-DAFA-4FA4-A67A-B27BB23020E4}"/>
              </a:ext>
            </a:extLst>
          </p:cNvPr>
          <p:cNvSpPr>
            <a:spLocks xmlns:a="http://schemas.openxmlformats.org/drawingml/2006/main" noGrp="1"/>
          </p:cNvSpPr>
          <p:nvPr/>
        </p:nvSpPr>
        <p:spPr>
          <a:xfrm xmlns:a="http://schemas.openxmlformats.org/drawingml/2006/main">
            <a:off x="1295400" y="4829175"/>
            <a:ext cx="588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33B2B"/>
                </a:solidFill>
                <a:latin typeface="Avenir Next"/>
                <a:ea typeface="Avenir Next"/>
                <a:cs typeface="Avenir Next"/>
              </a:defRPr>
            </a:defPPr>
            <a:lvl1pPr>
              <a:defRPr sz="2175" b="1">
                <a:solidFill>
                  <a:srgbClr val="233B2B"/>
                </a:solidFill>
                <a:latin typeface="Avenir Next"/>
                <a:ea typeface="Avenir Next"/>
                <a:cs typeface="Avenir Next"/>
              </a:defRPr>
            </a:lvl1pPr>
            <a:lvl2pPr>
              <a:defRPr sz="2175" b="1">
                <a:solidFill>
                  <a:srgbClr val="233B2B"/>
                </a:solidFill>
                <a:latin typeface="Avenir Next"/>
                <a:ea typeface="Avenir Next"/>
                <a:cs typeface="Avenir Next"/>
              </a:defRPr>
            </a:lvl2pPr>
            <a:lvl3pPr>
              <a:defRPr sz="2175" b="1">
                <a:solidFill>
                  <a:srgbClr val="233B2B"/>
                </a:solidFill>
                <a:latin typeface="Avenir Next"/>
                <a:ea typeface="Avenir Next"/>
                <a:cs typeface="Avenir Next"/>
              </a:defRPr>
            </a:lvl3pPr>
            <a:lvl4pPr>
              <a:defRPr sz="2175" b="1">
                <a:solidFill>
                  <a:srgbClr val="233B2B"/>
                </a:solidFill>
                <a:latin typeface="Avenir Next"/>
                <a:ea typeface="Avenir Next"/>
                <a:cs typeface="Avenir Next"/>
              </a:defRPr>
            </a:lvl4pPr>
            <a:lvl5pPr>
              <a:defRPr sz="2175" b="1">
                <a:solidFill>
                  <a:srgbClr val="233B2B"/>
                </a:solidFill>
                <a:latin typeface="Avenir Next"/>
                <a:ea typeface="Avenir Next"/>
                <a:cs typeface="Avenir Next"/>
              </a:defRPr>
            </a:lvl5pPr>
            <a:lvl6pPr>
              <a:defRPr sz="2175" b="1">
                <a:solidFill>
                  <a:srgbClr val="233B2B"/>
                </a:solidFill>
                <a:latin typeface="Avenir Next"/>
                <a:ea typeface="Avenir Next"/>
                <a:cs typeface="Avenir Next"/>
              </a:defRPr>
            </a:lvl6pPr>
            <a:lvl7pPr>
              <a:defRPr sz="2175" b="1">
                <a:solidFill>
                  <a:srgbClr val="233B2B"/>
                </a:solidFill>
                <a:latin typeface="Avenir Next"/>
                <a:ea typeface="Avenir Next"/>
                <a:cs typeface="Avenir Next"/>
              </a:defRPr>
            </a:lvl7pPr>
            <a:lvl8pPr>
              <a:defRPr sz="2175" b="1">
                <a:solidFill>
                  <a:srgbClr val="233B2B"/>
                </a:solidFill>
                <a:latin typeface="Avenir Next"/>
                <a:ea typeface="Avenir Next"/>
                <a:cs typeface="Avenir Next"/>
              </a:defRPr>
            </a:lvl8pPr>
            <a:lvl9pPr>
              <a:defRPr sz="2175" b="1">
                <a:solidFill>
                  <a:srgbClr val="233B2B"/>
                </a:solidFill>
                <a:latin typeface="Avenir Next"/>
                <a:ea typeface="Avenir Next"/>
                <a:cs typeface="Avenir Next"/>
              </a:defRPr>
            </a:lvl9pPr>
          </a:lstStyle>
          <a:p xmlns:a="http://schemas.openxmlformats.org/drawingml/2006/main">
            <a:pPr>
              <a:defRPr sz="2175" b="1">
                <a:solidFill>
                  <a:srgbClr val="233B2B"/>
                </a:solidFill>
                <a:latin typeface="Avenir Next"/>
                <a:ea typeface="Avenir Next"/>
                <a:cs typeface="Avenir Next"/>
              </a:defRPr>
            </a:pPr>
            <a:r>
              <a:rPr sz="2175" b="1">
                <a:solidFill>
                  <a:srgbClr val="233B2B"/>
                </a:solidFill>
                <a:latin typeface="Avenir Next"/>
                <a:ea typeface="Avenir Next"/>
                <a:cs typeface="Avenir Next"/>
              </a:rPr>
              <a:t>El terrestre recibe la tarea</a:t>
            </a:r>
          </a:p>
        </p:txBody>
      </p:sp>
      <p:sp>
        <p:nvSpPr>
          <p:cNvPr id="13" name="Intenta llegar al objetivo aprobado.">
            <a:extLst xmlns:a="http://schemas.openxmlformats.org/drawingml/2006/main">
              <a:ext uri="{FF2B5EF4-FFF2-40B4-BE49-F238E27FC236}">
                <a16:creationId xmlns:a16="http://schemas.microsoft.com/office/drawing/2014/main" id="{86B384A5-2F3A-4C23-9102-2CA07AD63905}"/>
              </a:ext>
            </a:extLst>
          </p:cNvPr>
          <p:cNvSpPr>
            <a:spLocks xmlns:a="http://schemas.openxmlformats.org/drawingml/2006/main" noGrp="1"/>
          </p:cNvSpPr>
          <p:nvPr/>
        </p:nvSpPr>
        <p:spPr>
          <a:xfrm xmlns:a="http://schemas.openxmlformats.org/drawingml/2006/main">
            <a:off x="1295400" y="5257800"/>
            <a:ext cx="5905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957"/>
                </a:solidFill>
                <a:latin typeface="Avenir Next"/>
                <a:ea typeface="Avenir Next"/>
                <a:cs typeface="Avenir Next"/>
              </a:defRPr>
            </a:defPPr>
            <a:lvl1pPr>
              <a:defRPr sz="1725" b="0">
                <a:solidFill>
                  <a:srgbClr val="596957"/>
                </a:solidFill>
                <a:latin typeface="Avenir Next"/>
                <a:ea typeface="Avenir Next"/>
                <a:cs typeface="Avenir Next"/>
              </a:defRPr>
            </a:lvl1pPr>
            <a:lvl2pPr>
              <a:defRPr sz="1725" b="0">
                <a:solidFill>
                  <a:srgbClr val="596957"/>
                </a:solidFill>
                <a:latin typeface="Avenir Next"/>
                <a:ea typeface="Avenir Next"/>
                <a:cs typeface="Avenir Next"/>
              </a:defRPr>
            </a:lvl2pPr>
            <a:lvl3pPr>
              <a:defRPr sz="1725" b="0">
                <a:solidFill>
                  <a:srgbClr val="596957"/>
                </a:solidFill>
                <a:latin typeface="Avenir Next"/>
                <a:ea typeface="Avenir Next"/>
                <a:cs typeface="Avenir Next"/>
              </a:defRPr>
            </a:lvl3pPr>
            <a:lvl4pPr>
              <a:defRPr sz="1725" b="0">
                <a:solidFill>
                  <a:srgbClr val="596957"/>
                </a:solidFill>
                <a:latin typeface="Avenir Next"/>
                <a:ea typeface="Avenir Next"/>
                <a:cs typeface="Avenir Next"/>
              </a:defRPr>
            </a:lvl4pPr>
            <a:lvl5pPr>
              <a:defRPr sz="1725" b="0">
                <a:solidFill>
                  <a:srgbClr val="596957"/>
                </a:solidFill>
                <a:latin typeface="Avenir Next"/>
                <a:ea typeface="Avenir Next"/>
                <a:cs typeface="Avenir Next"/>
              </a:defRPr>
            </a:lvl5pPr>
            <a:lvl6pPr>
              <a:defRPr sz="1725" b="0">
                <a:solidFill>
                  <a:srgbClr val="596957"/>
                </a:solidFill>
                <a:latin typeface="Avenir Next"/>
                <a:ea typeface="Avenir Next"/>
                <a:cs typeface="Avenir Next"/>
              </a:defRPr>
            </a:lvl6pPr>
            <a:lvl7pPr>
              <a:defRPr sz="1725" b="0">
                <a:solidFill>
                  <a:srgbClr val="596957"/>
                </a:solidFill>
                <a:latin typeface="Avenir Next"/>
                <a:ea typeface="Avenir Next"/>
                <a:cs typeface="Avenir Next"/>
              </a:defRPr>
            </a:lvl7pPr>
            <a:lvl8pPr>
              <a:defRPr sz="1725" b="0">
                <a:solidFill>
                  <a:srgbClr val="596957"/>
                </a:solidFill>
                <a:latin typeface="Avenir Next"/>
                <a:ea typeface="Avenir Next"/>
                <a:cs typeface="Avenir Next"/>
              </a:defRPr>
            </a:lvl8pPr>
            <a:lvl9pPr>
              <a:defRPr sz="1725" b="0">
                <a:solidFill>
                  <a:srgbClr val="596957"/>
                </a:solidFill>
                <a:latin typeface="Avenir Next"/>
                <a:ea typeface="Avenir Next"/>
                <a:cs typeface="Avenir Next"/>
              </a:defRPr>
            </a:lvl9pPr>
          </a:lstStyle>
          <a:p xmlns:a="http://schemas.openxmlformats.org/drawingml/2006/main">
            <a:pPr>
              <a:defRPr sz="1725" b="0">
                <a:solidFill>
                  <a:srgbClr val="596957"/>
                </a:solidFill>
                <a:latin typeface="Avenir Next"/>
                <a:ea typeface="Avenir Next"/>
                <a:cs typeface="Avenir Next"/>
              </a:defRPr>
            </a:pPr>
            <a:r>
              <a:rPr sz="1725" b="0">
                <a:solidFill>
                  <a:srgbClr val="596957"/>
                </a:solidFill>
                <a:latin typeface="Avenir Next"/>
                <a:ea typeface="Avenir Next"/>
                <a:cs typeface="Avenir Next"/>
              </a:rPr>
              <a:t>Intenta llegar al objetivo aprobado.</a:t>
            </a:r>
          </a:p>
        </p:txBody>
      </p:sp>
      <p:pic>
        <p:nvPicPr>
          <p:cNvPr id="14" name="">
            <a:extLst xmlns:a="http://schemas.openxmlformats.org/drawingml/2006/main">
              <a:ext uri="{FF2B5EF4-FFF2-40B4-BE49-F238E27FC236}">
                <a16:creationId xmlns:a16="http://schemas.microsoft.com/office/drawing/2014/main" id="{196A3882-A3B6-4740-A925-8F0E2C40ECD9}"/>
              </a:ext>
            </a:extLst>
          </p:cNvPr>
          <p:cNvPicPr>
            <a:picLocks xmlns:a="http://schemas.openxmlformats.org/drawingml/2006/main" noChangeAspect="1"/>
          </p:cNvPicPr>
          <p:nvPr/>
        </p:nvPicPr>
        <p:blipFill>
          <a:blip xmlns:r="http://schemas.openxmlformats.org/officeDocument/2006/relationships" xmlns:a="http://schemas.openxmlformats.org/drawingml/2006/main" r:embed="R3dc383de1aa0493f"/>
          <a:stretch xmlns:a="http://schemas.openxmlformats.org/drawingml/2006/main"/>
        </p:blipFill>
        <p:spPr>
          <a:xfrm xmlns:a="http://schemas.openxmlformats.org/drawingml/2006/main">
            <a:off x="7620000" y="553053"/>
            <a:ext cx="3962400" cy="5542344"/>
          </a:xfrm>
          <a:prstGeom xmlns:a="http://schemas.openxmlformats.org/drawingml/2006/main" prst="rect">
            <a:avLst/>
          </a:prstGeom>
        </p:spPr>
      </p:pic>
      <p:sp>
        <p:nvSpPr>
          <p:cNvPr id="15" name="Buzón real de la demo">
            <a:extLst xmlns:a="http://schemas.openxmlformats.org/drawingml/2006/main">
              <a:ext uri="{FF2B5EF4-FFF2-40B4-BE49-F238E27FC236}">
                <a16:creationId xmlns:a16="http://schemas.microsoft.com/office/drawing/2014/main" id="{AC67FD7A-3707-4B55-BD5E-6810826C9DA4}"/>
              </a:ext>
            </a:extLst>
          </p:cNvPr>
          <p:cNvSpPr>
            <a:spLocks xmlns:a="http://schemas.openxmlformats.org/drawingml/2006/main" noGrp="1"/>
          </p:cNvSpPr>
          <p:nvPr/>
        </p:nvSpPr>
        <p:spPr>
          <a:xfrm xmlns:a="http://schemas.openxmlformats.org/drawingml/2006/main">
            <a:off x="7620000" y="6238875"/>
            <a:ext cx="3962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Buzón real de la demo</a:t>
            </a:r>
          </a:p>
        </p:txBody>
      </p:sp>
    </p:spTree>
    <p:extLst>
      <p:ext uri="{BB962C8B-B14F-4D97-AF65-F5344CB8AC3E}">
        <p14:creationId xmlns:p14="http://schemas.microsoft.com/office/powerpoint/2010/main" val="708135388"/>
      </p:ext>
    </p:extLst>
  </p:cSld>
</p:sld>
</file>

<file path=ppt/slides/slide3.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2" name="Evidencia del detector">
            <a:extLst xmlns:a="http://schemas.openxmlformats.org/drawingml/2006/main">
              <a:ext uri="{FF2B5EF4-FFF2-40B4-BE49-F238E27FC236}">
                <a16:creationId xmlns:a16="http://schemas.microsoft.com/office/drawing/2014/main" id="{6E4F69B8-DE9F-4E0C-AE55-181CF54FB436}"/>
              </a:ext>
            </a:extLst>
          </p:cNvPr>
          <p:cNvSpPr>
            <a:spLocks xmlns:a="http://schemas.openxmlformats.org/drawingml/2006/main" noGrp="1"/>
          </p:cNvSpPr>
          <p:nvPr/>
        </p:nvSpPr>
        <p:spPr>
          <a:xfrm xmlns:a="http://schemas.openxmlformats.org/drawingml/2006/main">
            <a:off x="609600" y="5429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33B2B"/>
                </a:solidFill>
                <a:latin typeface="Avenir Next"/>
                <a:ea typeface="Avenir Next"/>
                <a:cs typeface="Avenir Next"/>
              </a:defRPr>
            </a:defPPr>
            <a:lvl1pPr>
              <a:defRPr sz="3600" b="1">
                <a:solidFill>
                  <a:srgbClr val="233B2B"/>
                </a:solidFill>
                <a:latin typeface="Avenir Next"/>
                <a:ea typeface="Avenir Next"/>
                <a:cs typeface="Avenir Next"/>
              </a:defRPr>
            </a:lvl1pPr>
            <a:lvl2pPr>
              <a:defRPr sz="3600" b="1">
                <a:solidFill>
                  <a:srgbClr val="233B2B"/>
                </a:solidFill>
                <a:latin typeface="Avenir Next"/>
                <a:ea typeface="Avenir Next"/>
                <a:cs typeface="Avenir Next"/>
              </a:defRPr>
            </a:lvl2pPr>
            <a:lvl3pPr>
              <a:defRPr sz="3600" b="1">
                <a:solidFill>
                  <a:srgbClr val="233B2B"/>
                </a:solidFill>
                <a:latin typeface="Avenir Next"/>
                <a:ea typeface="Avenir Next"/>
                <a:cs typeface="Avenir Next"/>
              </a:defRPr>
            </a:lvl3pPr>
            <a:lvl4pPr>
              <a:defRPr sz="3600" b="1">
                <a:solidFill>
                  <a:srgbClr val="233B2B"/>
                </a:solidFill>
                <a:latin typeface="Avenir Next"/>
                <a:ea typeface="Avenir Next"/>
                <a:cs typeface="Avenir Next"/>
              </a:defRPr>
            </a:lvl4pPr>
            <a:lvl5pPr>
              <a:defRPr sz="3600" b="1">
                <a:solidFill>
                  <a:srgbClr val="233B2B"/>
                </a:solidFill>
                <a:latin typeface="Avenir Next"/>
                <a:ea typeface="Avenir Next"/>
                <a:cs typeface="Avenir Next"/>
              </a:defRPr>
            </a:lvl5pPr>
            <a:lvl6pPr>
              <a:defRPr sz="3600" b="1">
                <a:solidFill>
                  <a:srgbClr val="233B2B"/>
                </a:solidFill>
                <a:latin typeface="Avenir Next"/>
                <a:ea typeface="Avenir Next"/>
                <a:cs typeface="Avenir Next"/>
              </a:defRPr>
            </a:lvl6pPr>
            <a:lvl7pPr>
              <a:defRPr sz="3600" b="1">
                <a:solidFill>
                  <a:srgbClr val="233B2B"/>
                </a:solidFill>
                <a:latin typeface="Avenir Next"/>
                <a:ea typeface="Avenir Next"/>
                <a:cs typeface="Avenir Next"/>
              </a:defRPr>
            </a:lvl7pPr>
            <a:lvl8pPr>
              <a:defRPr sz="3600" b="1">
                <a:solidFill>
                  <a:srgbClr val="233B2B"/>
                </a:solidFill>
                <a:latin typeface="Avenir Next"/>
                <a:ea typeface="Avenir Next"/>
                <a:cs typeface="Avenir Next"/>
              </a:defRPr>
            </a:lvl8pPr>
            <a:lvl9pPr>
              <a:defRPr sz="3600" b="1">
                <a:solidFill>
                  <a:srgbClr val="233B2B"/>
                </a:solidFill>
                <a:latin typeface="Avenir Next"/>
                <a:ea typeface="Avenir Next"/>
                <a:cs typeface="Avenir Next"/>
              </a:defRPr>
            </a:lvl9pPr>
          </a:lstStyle>
          <a:p xmlns:a="http://schemas.openxmlformats.org/drawingml/2006/main">
            <a:pPr>
              <a:defRPr sz="3600" b="1">
                <a:solidFill>
                  <a:srgbClr val="233B2B"/>
                </a:solidFill>
                <a:latin typeface="Avenir Next"/>
                <a:ea typeface="Avenir Next"/>
                <a:cs typeface="Avenir Next"/>
              </a:defRPr>
            </a:pPr>
            <a:r>
              <a:rPr sz="3600" b="1">
                <a:solidFill>
                  <a:srgbClr val="233B2B"/>
                </a:solidFill>
                <a:latin typeface="Avenir Next"/>
                <a:ea typeface="Avenir Next"/>
                <a:cs typeface="Avenir Next"/>
              </a:rPr>
              <a:t>Evidencia del detector</a:t>
            </a:r>
          </a:p>
        </p:txBody>
      </p:sp>
      <p:sp>
        <p:nvSpPr>
          <p:cNvPr id="2" name="Prueba reservada por imagen: 399 fotografías">
            <a:extLst xmlns:a="http://schemas.openxmlformats.org/drawingml/2006/main">
              <a:ext uri="{FF2B5EF4-FFF2-40B4-BE49-F238E27FC236}">
                <a16:creationId xmlns:a16="http://schemas.microsoft.com/office/drawing/2014/main" id="{14098D92-47BB-4EF0-B2DE-FEF548984157}"/>
              </a:ext>
            </a:extLst>
          </p:cNvPr>
          <p:cNvSpPr>
            <a:spLocks xmlns:a="http://schemas.openxmlformats.org/drawingml/2006/main" noGrp="1"/>
          </p:cNvSpPr>
          <p:nvPr/>
        </p:nvSpPr>
        <p:spPr>
          <a:xfrm xmlns:a="http://schemas.openxmlformats.org/drawingml/2006/main">
            <a:off x="609600" y="13811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96957"/>
                </a:solidFill>
                <a:latin typeface="Avenir Next"/>
                <a:ea typeface="Avenir Next"/>
                <a:cs typeface="Avenir Next"/>
              </a:defRPr>
            </a:defPPr>
            <a:lvl1pPr>
              <a:defRPr sz="1875" b="0">
                <a:solidFill>
                  <a:srgbClr val="596957"/>
                </a:solidFill>
                <a:latin typeface="Avenir Next"/>
                <a:ea typeface="Avenir Next"/>
                <a:cs typeface="Avenir Next"/>
              </a:defRPr>
            </a:lvl1pPr>
            <a:lvl2pPr>
              <a:defRPr sz="1875" b="0">
                <a:solidFill>
                  <a:srgbClr val="596957"/>
                </a:solidFill>
                <a:latin typeface="Avenir Next"/>
                <a:ea typeface="Avenir Next"/>
                <a:cs typeface="Avenir Next"/>
              </a:defRPr>
            </a:lvl2pPr>
            <a:lvl3pPr>
              <a:defRPr sz="1875" b="0">
                <a:solidFill>
                  <a:srgbClr val="596957"/>
                </a:solidFill>
                <a:latin typeface="Avenir Next"/>
                <a:ea typeface="Avenir Next"/>
                <a:cs typeface="Avenir Next"/>
              </a:defRPr>
            </a:lvl3pPr>
            <a:lvl4pPr>
              <a:defRPr sz="1875" b="0">
                <a:solidFill>
                  <a:srgbClr val="596957"/>
                </a:solidFill>
                <a:latin typeface="Avenir Next"/>
                <a:ea typeface="Avenir Next"/>
                <a:cs typeface="Avenir Next"/>
              </a:defRPr>
            </a:lvl4pPr>
            <a:lvl5pPr>
              <a:defRPr sz="1875" b="0">
                <a:solidFill>
                  <a:srgbClr val="596957"/>
                </a:solidFill>
                <a:latin typeface="Avenir Next"/>
                <a:ea typeface="Avenir Next"/>
                <a:cs typeface="Avenir Next"/>
              </a:defRPr>
            </a:lvl5pPr>
            <a:lvl6pPr>
              <a:defRPr sz="1875" b="0">
                <a:solidFill>
                  <a:srgbClr val="596957"/>
                </a:solidFill>
                <a:latin typeface="Avenir Next"/>
                <a:ea typeface="Avenir Next"/>
                <a:cs typeface="Avenir Next"/>
              </a:defRPr>
            </a:lvl6pPr>
            <a:lvl7pPr>
              <a:defRPr sz="1875" b="0">
                <a:solidFill>
                  <a:srgbClr val="596957"/>
                </a:solidFill>
                <a:latin typeface="Avenir Next"/>
                <a:ea typeface="Avenir Next"/>
                <a:cs typeface="Avenir Next"/>
              </a:defRPr>
            </a:lvl7pPr>
            <a:lvl8pPr>
              <a:defRPr sz="1875" b="0">
                <a:solidFill>
                  <a:srgbClr val="596957"/>
                </a:solidFill>
                <a:latin typeface="Avenir Next"/>
                <a:ea typeface="Avenir Next"/>
                <a:cs typeface="Avenir Next"/>
              </a:defRPr>
            </a:lvl8pPr>
            <a:lvl9pPr>
              <a:defRPr sz="1875" b="0">
                <a:solidFill>
                  <a:srgbClr val="596957"/>
                </a:solidFill>
                <a:latin typeface="Avenir Next"/>
                <a:ea typeface="Avenir Next"/>
                <a:cs typeface="Avenir Next"/>
              </a:defRPr>
            </a:lvl9pPr>
          </a:lstStyle>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Prueba reservada por imagen: 399 fotografías</a:t>
            </a:r>
          </a:p>
        </p:txBody>
      </p:sp>
      <p:sp>
        <p:nvSpPr>
          <p:cNvPr id="3" name="191 / 200">
            <a:extLst xmlns:a="http://schemas.openxmlformats.org/drawingml/2006/main">
              <a:ext uri="{FF2B5EF4-FFF2-40B4-BE49-F238E27FC236}">
                <a16:creationId xmlns:a16="http://schemas.microsoft.com/office/drawing/2014/main" id="{474BD570-C85A-4921-AD2D-745FB653DD83}"/>
              </a:ext>
            </a:extLst>
          </p:cNvPr>
          <p:cNvSpPr>
            <a:spLocks xmlns:a="http://schemas.openxmlformats.org/drawingml/2006/main" noGrp="1"/>
          </p:cNvSpPr>
          <p:nvPr/>
        </p:nvSpPr>
        <p:spPr>
          <a:xfrm xmlns:a="http://schemas.openxmlformats.org/drawingml/2006/main">
            <a:off x="609600" y="2076450"/>
            <a:ext cx="5048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75" b="1">
                <a:solidFill>
                  <a:srgbClr val="17392B"/>
                </a:solidFill>
                <a:latin typeface="Avenir Next"/>
                <a:ea typeface="Avenir Next"/>
                <a:cs typeface="Avenir Next"/>
              </a:defRPr>
            </a:defPPr>
            <a:lvl1pPr>
              <a:defRPr sz="5775" b="1">
                <a:solidFill>
                  <a:srgbClr val="17392B"/>
                </a:solidFill>
                <a:latin typeface="Avenir Next"/>
                <a:ea typeface="Avenir Next"/>
                <a:cs typeface="Avenir Next"/>
              </a:defRPr>
            </a:lvl1pPr>
            <a:lvl2pPr>
              <a:defRPr sz="5775" b="1">
                <a:solidFill>
                  <a:srgbClr val="17392B"/>
                </a:solidFill>
                <a:latin typeface="Avenir Next"/>
                <a:ea typeface="Avenir Next"/>
                <a:cs typeface="Avenir Next"/>
              </a:defRPr>
            </a:lvl2pPr>
            <a:lvl3pPr>
              <a:defRPr sz="5775" b="1">
                <a:solidFill>
                  <a:srgbClr val="17392B"/>
                </a:solidFill>
                <a:latin typeface="Avenir Next"/>
                <a:ea typeface="Avenir Next"/>
                <a:cs typeface="Avenir Next"/>
              </a:defRPr>
            </a:lvl3pPr>
            <a:lvl4pPr>
              <a:defRPr sz="5775" b="1">
                <a:solidFill>
                  <a:srgbClr val="17392B"/>
                </a:solidFill>
                <a:latin typeface="Avenir Next"/>
                <a:ea typeface="Avenir Next"/>
                <a:cs typeface="Avenir Next"/>
              </a:defRPr>
            </a:lvl4pPr>
            <a:lvl5pPr>
              <a:defRPr sz="5775" b="1">
                <a:solidFill>
                  <a:srgbClr val="17392B"/>
                </a:solidFill>
                <a:latin typeface="Avenir Next"/>
                <a:ea typeface="Avenir Next"/>
                <a:cs typeface="Avenir Next"/>
              </a:defRPr>
            </a:lvl5pPr>
            <a:lvl6pPr>
              <a:defRPr sz="5775" b="1">
                <a:solidFill>
                  <a:srgbClr val="17392B"/>
                </a:solidFill>
                <a:latin typeface="Avenir Next"/>
                <a:ea typeface="Avenir Next"/>
                <a:cs typeface="Avenir Next"/>
              </a:defRPr>
            </a:lvl6pPr>
            <a:lvl7pPr>
              <a:defRPr sz="5775" b="1">
                <a:solidFill>
                  <a:srgbClr val="17392B"/>
                </a:solidFill>
                <a:latin typeface="Avenir Next"/>
                <a:ea typeface="Avenir Next"/>
                <a:cs typeface="Avenir Next"/>
              </a:defRPr>
            </a:lvl7pPr>
            <a:lvl8pPr>
              <a:defRPr sz="5775" b="1">
                <a:solidFill>
                  <a:srgbClr val="17392B"/>
                </a:solidFill>
                <a:latin typeface="Avenir Next"/>
                <a:ea typeface="Avenir Next"/>
                <a:cs typeface="Avenir Next"/>
              </a:defRPr>
            </a:lvl8pPr>
            <a:lvl9pPr>
              <a:defRPr sz="5775" b="1">
                <a:solidFill>
                  <a:srgbClr val="17392B"/>
                </a:solidFill>
                <a:latin typeface="Avenir Next"/>
                <a:ea typeface="Avenir Next"/>
                <a:cs typeface="Avenir Next"/>
              </a:defRPr>
            </a:lvl9pPr>
          </a:lstStyle>
          <a:p xmlns:a="http://schemas.openxmlformats.org/drawingml/2006/main">
            <a:pPr>
              <a:defRPr sz="5775" b="1">
                <a:solidFill>
                  <a:srgbClr val="17392B"/>
                </a:solidFill>
                <a:latin typeface="Avenir Next"/>
                <a:ea typeface="Avenir Next"/>
                <a:cs typeface="Avenir Next"/>
              </a:defRPr>
            </a:pPr>
            <a:r>
              <a:rPr sz="5775" b="1">
                <a:solidFill>
                  <a:srgbClr val="17392B"/>
                </a:solidFill>
                <a:latin typeface="Avenir Next"/>
                <a:ea typeface="Avenir Next"/>
                <a:cs typeface="Avenir Next"/>
              </a:rPr>
              <a:t>191 / 200</a:t>
            </a:r>
          </a:p>
        </p:txBody>
      </p:sp>
      <p:sp>
        <p:nvSpPr>
          <p:cNvPr id="4" name="Fotos con Monilia&#10;que activaron una alerta">
            <a:extLst xmlns:a="http://schemas.openxmlformats.org/drawingml/2006/main">
              <a:ext uri="{FF2B5EF4-FFF2-40B4-BE49-F238E27FC236}">
                <a16:creationId xmlns:a16="http://schemas.microsoft.com/office/drawing/2014/main" id="{4CBCA7B1-2718-4E03-B939-7D1E69AE97B0}"/>
              </a:ext>
            </a:extLst>
          </p:cNvPr>
          <p:cNvSpPr>
            <a:spLocks xmlns:a="http://schemas.openxmlformats.org/drawingml/2006/main" noGrp="1"/>
          </p:cNvSpPr>
          <p:nvPr/>
        </p:nvSpPr>
        <p:spPr>
          <a:xfrm xmlns:a="http://schemas.openxmlformats.org/drawingml/2006/main">
            <a:off x="609600" y="3219450"/>
            <a:ext cx="5048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B2B"/>
                </a:solidFill>
                <a:latin typeface="Avenir Next"/>
                <a:ea typeface="Avenir Next"/>
                <a:cs typeface="Avenir Next"/>
              </a:defRPr>
            </a:defPPr>
            <a:lvl1pPr>
              <a:defRPr sz="2175" b="0">
                <a:solidFill>
                  <a:srgbClr val="233B2B"/>
                </a:solidFill>
                <a:latin typeface="Avenir Next"/>
                <a:ea typeface="Avenir Next"/>
                <a:cs typeface="Avenir Next"/>
              </a:defRPr>
            </a:lvl1pPr>
            <a:lvl2pPr>
              <a:defRPr sz="2175" b="0">
                <a:solidFill>
                  <a:srgbClr val="233B2B"/>
                </a:solidFill>
                <a:latin typeface="Avenir Next"/>
                <a:ea typeface="Avenir Next"/>
                <a:cs typeface="Avenir Next"/>
              </a:defRPr>
            </a:lvl2pPr>
            <a:lvl3pPr>
              <a:defRPr sz="2175" b="0">
                <a:solidFill>
                  <a:srgbClr val="233B2B"/>
                </a:solidFill>
                <a:latin typeface="Avenir Next"/>
                <a:ea typeface="Avenir Next"/>
                <a:cs typeface="Avenir Next"/>
              </a:defRPr>
            </a:lvl3pPr>
            <a:lvl4pPr>
              <a:defRPr sz="2175" b="0">
                <a:solidFill>
                  <a:srgbClr val="233B2B"/>
                </a:solidFill>
                <a:latin typeface="Avenir Next"/>
                <a:ea typeface="Avenir Next"/>
                <a:cs typeface="Avenir Next"/>
              </a:defRPr>
            </a:lvl4pPr>
            <a:lvl5pPr>
              <a:defRPr sz="2175" b="0">
                <a:solidFill>
                  <a:srgbClr val="233B2B"/>
                </a:solidFill>
                <a:latin typeface="Avenir Next"/>
                <a:ea typeface="Avenir Next"/>
                <a:cs typeface="Avenir Next"/>
              </a:defRPr>
            </a:lvl5pPr>
            <a:lvl6pPr>
              <a:defRPr sz="2175" b="0">
                <a:solidFill>
                  <a:srgbClr val="233B2B"/>
                </a:solidFill>
                <a:latin typeface="Avenir Next"/>
                <a:ea typeface="Avenir Next"/>
                <a:cs typeface="Avenir Next"/>
              </a:defRPr>
            </a:lvl6pPr>
            <a:lvl7pPr>
              <a:defRPr sz="2175" b="0">
                <a:solidFill>
                  <a:srgbClr val="233B2B"/>
                </a:solidFill>
                <a:latin typeface="Avenir Next"/>
                <a:ea typeface="Avenir Next"/>
                <a:cs typeface="Avenir Next"/>
              </a:defRPr>
            </a:lvl7pPr>
            <a:lvl8pPr>
              <a:defRPr sz="2175" b="0">
                <a:solidFill>
                  <a:srgbClr val="233B2B"/>
                </a:solidFill>
                <a:latin typeface="Avenir Next"/>
                <a:ea typeface="Avenir Next"/>
                <a:cs typeface="Avenir Next"/>
              </a:defRPr>
            </a:lvl8pPr>
            <a:lvl9pPr>
              <a:defRPr sz="2175" b="0">
                <a:solidFill>
                  <a:srgbClr val="233B2B"/>
                </a:solidFill>
                <a:latin typeface="Avenir Next"/>
                <a:ea typeface="Avenir Next"/>
                <a:cs typeface="Avenir Next"/>
              </a:defRPr>
            </a:lvl9pPr>
          </a:lstStyle>
          <a:p xmlns:a="http://schemas.openxmlformats.org/drawingml/2006/main">
            <a:pPr>
              <a:defRPr sz="2175" b="0">
                <a:solidFill>
                  <a:srgbClr val="233B2B"/>
                </a:solidFill>
                <a:latin typeface="Avenir Next"/>
                <a:ea typeface="Avenir Next"/>
                <a:cs typeface="Avenir Next"/>
              </a:defRPr>
            </a:pPr>
            <a:r>
              <a:rPr sz="2175" b="0">
                <a:solidFill>
                  <a:srgbClr val="233B2B"/>
                </a:solidFill>
                <a:latin typeface="Avenir Next"/>
                <a:ea typeface="Avenir Next"/>
                <a:cs typeface="Avenir Next"/>
              </a:rPr>
              <a:t>Fotos con Monilia</a:t>
            </a:r>
          </a:p>
          <a:p xmlns:a="http://schemas.openxmlformats.org/drawingml/2006/main">
            <a:pPr>
              <a:defRPr sz="2175" b="0">
                <a:solidFill>
                  <a:srgbClr val="233B2B"/>
                </a:solidFill>
                <a:latin typeface="Avenir Next"/>
                <a:ea typeface="Avenir Next"/>
                <a:cs typeface="Avenir Next"/>
              </a:defRPr>
            </a:pPr>
            <a:r>
              <a:rPr sz="2175" b="0">
                <a:solidFill>
                  <a:srgbClr val="233B2B"/>
                </a:solidFill>
                <a:latin typeface="Avenir Next"/>
                <a:ea typeface="Avenir Next"/>
                <a:cs typeface="Avenir Next"/>
              </a:rPr>
              <a:t>que activaron una alerta</a:t>
            </a:r>
          </a:p>
        </p:txBody>
      </p:sp>
      <p:sp>
        <p:nvSpPr>
          <p:cNvPr id="5" name="8 / 199">
            <a:extLst xmlns:a="http://schemas.openxmlformats.org/drawingml/2006/main">
              <a:ext uri="{FF2B5EF4-FFF2-40B4-BE49-F238E27FC236}">
                <a16:creationId xmlns:a16="http://schemas.microsoft.com/office/drawing/2014/main" id="{4CA3A8B4-D6BD-445D-AC3A-075A22C09C88}"/>
              </a:ext>
            </a:extLst>
          </p:cNvPr>
          <p:cNvSpPr>
            <a:spLocks xmlns:a="http://schemas.openxmlformats.org/drawingml/2006/main" noGrp="1"/>
          </p:cNvSpPr>
          <p:nvPr/>
        </p:nvSpPr>
        <p:spPr>
          <a:xfrm xmlns:a="http://schemas.openxmlformats.org/drawingml/2006/main">
            <a:off x="6553200" y="2076450"/>
            <a:ext cx="5029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75" b="1">
                <a:solidFill>
                  <a:srgbClr val="17392B"/>
                </a:solidFill>
                <a:latin typeface="Avenir Next"/>
                <a:ea typeface="Avenir Next"/>
                <a:cs typeface="Avenir Next"/>
              </a:defRPr>
            </a:defPPr>
            <a:lvl1pPr>
              <a:defRPr sz="5775" b="1">
                <a:solidFill>
                  <a:srgbClr val="17392B"/>
                </a:solidFill>
                <a:latin typeface="Avenir Next"/>
                <a:ea typeface="Avenir Next"/>
                <a:cs typeface="Avenir Next"/>
              </a:defRPr>
            </a:lvl1pPr>
            <a:lvl2pPr>
              <a:defRPr sz="5775" b="1">
                <a:solidFill>
                  <a:srgbClr val="17392B"/>
                </a:solidFill>
                <a:latin typeface="Avenir Next"/>
                <a:ea typeface="Avenir Next"/>
                <a:cs typeface="Avenir Next"/>
              </a:defRPr>
            </a:lvl2pPr>
            <a:lvl3pPr>
              <a:defRPr sz="5775" b="1">
                <a:solidFill>
                  <a:srgbClr val="17392B"/>
                </a:solidFill>
                <a:latin typeface="Avenir Next"/>
                <a:ea typeface="Avenir Next"/>
                <a:cs typeface="Avenir Next"/>
              </a:defRPr>
            </a:lvl3pPr>
            <a:lvl4pPr>
              <a:defRPr sz="5775" b="1">
                <a:solidFill>
                  <a:srgbClr val="17392B"/>
                </a:solidFill>
                <a:latin typeface="Avenir Next"/>
                <a:ea typeface="Avenir Next"/>
                <a:cs typeface="Avenir Next"/>
              </a:defRPr>
            </a:lvl4pPr>
            <a:lvl5pPr>
              <a:defRPr sz="5775" b="1">
                <a:solidFill>
                  <a:srgbClr val="17392B"/>
                </a:solidFill>
                <a:latin typeface="Avenir Next"/>
                <a:ea typeface="Avenir Next"/>
                <a:cs typeface="Avenir Next"/>
              </a:defRPr>
            </a:lvl5pPr>
            <a:lvl6pPr>
              <a:defRPr sz="5775" b="1">
                <a:solidFill>
                  <a:srgbClr val="17392B"/>
                </a:solidFill>
                <a:latin typeface="Avenir Next"/>
                <a:ea typeface="Avenir Next"/>
                <a:cs typeface="Avenir Next"/>
              </a:defRPr>
            </a:lvl6pPr>
            <a:lvl7pPr>
              <a:defRPr sz="5775" b="1">
                <a:solidFill>
                  <a:srgbClr val="17392B"/>
                </a:solidFill>
                <a:latin typeface="Avenir Next"/>
                <a:ea typeface="Avenir Next"/>
                <a:cs typeface="Avenir Next"/>
              </a:defRPr>
            </a:lvl7pPr>
            <a:lvl8pPr>
              <a:defRPr sz="5775" b="1">
                <a:solidFill>
                  <a:srgbClr val="17392B"/>
                </a:solidFill>
                <a:latin typeface="Avenir Next"/>
                <a:ea typeface="Avenir Next"/>
                <a:cs typeface="Avenir Next"/>
              </a:defRPr>
            </a:lvl8pPr>
            <a:lvl9pPr>
              <a:defRPr sz="5775" b="1">
                <a:solidFill>
                  <a:srgbClr val="17392B"/>
                </a:solidFill>
                <a:latin typeface="Avenir Next"/>
                <a:ea typeface="Avenir Next"/>
                <a:cs typeface="Avenir Next"/>
              </a:defRPr>
            </a:lvl9pPr>
          </a:lstStyle>
          <a:p xmlns:a="http://schemas.openxmlformats.org/drawingml/2006/main">
            <a:pPr>
              <a:defRPr sz="5775" b="1">
                <a:solidFill>
                  <a:srgbClr val="17392B"/>
                </a:solidFill>
                <a:latin typeface="Avenir Next"/>
                <a:ea typeface="Avenir Next"/>
                <a:cs typeface="Avenir Next"/>
              </a:defRPr>
            </a:pPr>
            <a:r>
              <a:rPr sz="5775" b="1">
                <a:solidFill>
                  <a:srgbClr val="17392B"/>
                </a:solidFill>
                <a:latin typeface="Avenir Next"/>
                <a:ea typeface="Avenir Next"/>
                <a:cs typeface="Avenir Next"/>
              </a:rPr>
              <a:t>8 / 199</a:t>
            </a:r>
          </a:p>
        </p:txBody>
      </p:sp>
      <p:sp>
        <p:nvSpPr>
          <p:cNvPr id="6" name="Fotos etiquetadas sanas&#10;que activaron una ale">
            <a:extLst xmlns:a="http://schemas.openxmlformats.org/drawingml/2006/main">
              <a:ext uri="{FF2B5EF4-FFF2-40B4-BE49-F238E27FC236}">
                <a16:creationId xmlns:a16="http://schemas.microsoft.com/office/drawing/2014/main" id="{6C840368-30F8-42F4-AD5A-601AA19DD584}"/>
              </a:ext>
            </a:extLst>
          </p:cNvPr>
          <p:cNvSpPr>
            <a:spLocks xmlns:a="http://schemas.openxmlformats.org/drawingml/2006/main" noGrp="1"/>
          </p:cNvSpPr>
          <p:nvPr/>
        </p:nvSpPr>
        <p:spPr>
          <a:xfrm xmlns:a="http://schemas.openxmlformats.org/drawingml/2006/main">
            <a:off x="6553200" y="3219450"/>
            <a:ext cx="502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B2B"/>
                </a:solidFill>
                <a:latin typeface="Avenir Next"/>
                <a:ea typeface="Avenir Next"/>
                <a:cs typeface="Avenir Next"/>
              </a:defRPr>
            </a:defPPr>
            <a:lvl1pPr>
              <a:defRPr sz="2175" b="0">
                <a:solidFill>
                  <a:srgbClr val="233B2B"/>
                </a:solidFill>
                <a:latin typeface="Avenir Next"/>
                <a:ea typeface="Avenir Next"/>
                <a:cs typeface="Avenir Next"/>
              </a:defRPr>
            </a:lvl1pPr>
            <a:lvl2pPr>
              <a:defRPr sz="2175" b="0">
                <a:solidFill>
                  <a:srgbClr val="233B2B"/>
                </a:solidFill>
                <a:latin typeface="Avenir Next"/>
                <a:ea typeface="Avenir Next"/>
                <a:cs typeface="Avenir Next"/>
              </a:defRPr>
            </a:lvl2pPr>
            <a:lvl3pPr>
              <a:defRPr sz="2175" b="0">
                <a:solidFill>
                  <a:srgbClr val="233B2B"/>
                </a:solidFill>
                <a:latin typeface="Avenir Next"/>
                <a:ea typeface="Avenir Next"/>
                <a:cs typeface="Avenir Next"/>
              </a:defRPr>
            </a:lvl3pPr>
            <a:lvl4pPr>
              <a:defRPr sz="2175" b="0">
                <a:solidFill>
                  <a:srgbClr val="233B2B"/>
                </a:solidFill>
                <a:latin typeface="Avenir Next"/>
                <a:ea typeface="Avenir Next"/>
                <a:cs typeface="Avenir Next"/>
              </a:defRPr>
            </a:lvl4pPr>
            <a:lvl5pPr>
              <a:defRPr sz="2175" b="0">
                <a:solidFill>
                  <a:srgbClr val="233B2B"/>
                </a:solidFill>
                <a:latin typeface="Avenir Next"/>
                <a:ea typeface="Avenir Next"/>
                <a:cs typeface="Avenir Next"/>
              </a:defRPr>
            </a:lvl5pPr>
            <a:lvl6pPr>
              <a:defRPr sz="2175" b="0">
                <a:solidFill>
                  <a:srgbClr val="233B2B"/>
                </a:solidFill>
                <a:latin typeface="Avenir Next"/>
                <a:ea typeface="Avenir Next"/>
                <a:cs typeface="Avenir Next"/>
              </a:defRPr>
            </a:lvl6pPr>
            <a:lvl7pPr>
              <a:defRPr sz="2175" b="0">
                <a:solidFill>
                  <a:srgbClr val="233B2B"/>
                </a:solidFill>
                <a:latin typeface="Avenir Next"/>
                <a:ea typeface="Avenir Next"/>
                <a:cs typeface="Avenir Next"/>
              </a:defRPr>
            </a:lvl7pPr>
            <a:lvl8pPr>
              <a:defRPr sz="2175" b="0">
                <a:solidFill>
                  <a:srgbClr val="233B2B"/>
                </a:solidFill>
                <a:latin typeface="Avenir Next"/>
                <a:ea typeface="Avenir Next"/>
                <a:cs typeface="Avenir Next"/>
              </a:defRPr>
            </a:lvl8pPr>
            <a:lvl9pPr>
              <a:defRPr sz="2175" b="0">
                <a:solidFill>
                  <a:srgbClr val="233B2B"/>
                </a:solidFill>
                <a:latin typeface="Avenir Next"/>
                <a:ea typeface="Avenir Next"/>
                <a:cs typeface="Avenir Next"/>
              </a:defRPr>
            </a:lvl9pPr>
          </a:lstStyle>
          <a:p xmlns:a="http://schemas.openxmlformats.org/drawingml/2006/main">
            <a:pPr>
              <a:defRPr sz="2175" b="0">
                <a:solidFill>
                  <a:srgbClr val="233B2B"/>
                </a:solidFill>
                <a:latin typeface="Avenir Next"/>
                <a:ea typeface="Avenir Next"/>
                <a:cs typeface="Avenir Next"/>
              </a:defRPr>
            </a:pPr>
            <a:r>
              <a:rPr sz="2175" b="0">
                <a:solidFill>
                  <a:srgbClr val="233B2B"/>
                </a:solidFill>
                <a:latin typeface="Avenir Next"/>
                <a:ea typeface="Avenir Next"/>
                <a:cs typeface="Avenir Next"/>
              </a:rPr>
              <a:t>Fotos etiquetadas sanas</a:t>
            </a:r>
          </a:p>
          <a:p xmlns:a="http://schemas.openxmlformats.org/drawingml/2006/main">
            <a:pPr>
              <a:defRPr sz="2175" b="0">
                <a:solidFill>
                  <a:srgbClr val="233B2B"/>
                </a:solidFill>
                <a:latin typeface="Avenir Next"/>
                <a:ea typeface="Avenir Next"/>
                <a:cs typeface="Avenir Next"/>
              </a:defRPr>
            </a:pPr>
            <a:r>
              <a:rPr sz="2175" b="0">
                <a:solidFill>
                  <a:srgbClr val="233B2B"/>
                </a:solidFill>
                <a:latin typeface="Avenir Next"/>
                <a:ea typeface="Avenir Next"/>
                <a:cs typeface="Avenir Next"/>
              </a:rPr>
              <a:t>que activaron una alerta</a:t>
            </a:r>
          </a:p>
        </p:txBody>
      </p:sp>
      <p:sp>
        <p:nvSpPr>
          <p:cNvPr id="7" name="Ingeniería integrada">
            <a:extLst xmlns:a="http://schemas.openxmlformats.org/drawingml/2006/main">
              <a:ext uri="{FF2B5EF4-FFF2-40B4-BE49-F238E27FC236}">
                <a16:creationId xmlns:a16="http://schemas.microsoft.com/office/drawing/2014/main" id="{74F139B8-DD96-4829-80EF-3DB85C2EDDD9}"/>
              </a:ext>
            </a:extLst>
          </p:cNvPr>
          <p:cNvSpPr>
            <a:spLocks xmlns:a="http://schemas.openxmlformats.org/drawingml/2006/main" noGrp="1"/>
          </p:cNvSpPr>
          <p:nvPr/>
        </p:nvSpPr>
        <p:spPr>
          <a:xfrm xmlns:a="http://schemas.openxmlformats.org/drawingml/2006/main">
            <a:off x="609600" y="44577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33B2B"/>
                </a:solidFill>
                <a:latin typeface="Avenir Next"/>
                <a:ea typeface="Avenir Next"/>
                <a:cs typeface="Avenir Next"/>
              </a:defRPr>
            </a:defPPr>
            <a:lvl1pPr>
              <a:defRPr sz="2025" b="1">
                <a:solidFill>
                  <a:srgbClr val="233B2B"/>
                </a:solidFill>
                <a:latin typeface="Avenir Next"/>
                <a:ea typeface="Avenir Next"/>
                <a:cs typeface="Avenir Next"/>
              </a:defRPr>
            </a:lvl1pPr>
            <a:lvl2pPr>
              <a:defRPr sz="2025" b="1">
                <a:solidFill>
                  <a:srgbClr val="233B2B"/>
                </a:solidFill>
                <a:latin typeface="Avenir Next"/>
                <a:ea typeface="Avenir Next"/>
                <a:cs typeface="Avenir Next"/>
              </a:defRPr>
            </a:lvl2pPr>
            <a:lvl3pPr>
              <a:defRPr sz="2025" b="1">
                <a:solidFill>
                  <a:srgbClr val="233B2B"/>
                </a:solidFill>
                <a:latin typeface="Avenir Next"/>
                <a:ea typeface="Avenir Next"/>
                <a:cs typeface="Avenir Next"/>
              </a:defRPr>
            </a:lvl3pPr>
            <a:lvl4pPr>
              <a:defRPr sz="2025" b="1">
                <a:solidFill>
                  <a:srgbClr val="233B2B"/>
                </a:solidFill>
                <a:latin typeface="Avenir Next"/>
                <a:ea typeface="Avenir Next"/>
                <a:cs typeface="Avenir Next"/>
              </a:defRPr>
            </a:lvl4pPr>
            <a:lvl5pPr>
              <a:defRPr sz="2025" b="1">
                <a:solidFill>
                  <a:srgbClr val="233B2B"/>
                </a:solidFill>
                <a:latin typeface="Avenir Next"/>
                <a:ea typeface="Avenir Next"/>
                <a:cs typeface="Avenir Next"/>
              </a:defRPr>
            </a:lvl5pPr>
            <a:lvl6pPr>
              <a:defRPr sz="2025" b="1">
                <a:solidFill>
                  <a:srgbClr val="233B2B"/>
                </a:solidFill>
                <a:latin typeface="Avenir Next"/>
                <a:ea typeface="Avenir Next"/>
                <a:cs typeface="Avenir Next"/>
              </a:defRPr>
            </a:lvl6pPr>
            <a:lvl7pPr>
              <a:defRPr sz="2025" b="1">
                <a:solidFill>
                  <a:srgbClr val="233B2B"/>
                </a:solidFill>
                <a:latin typeface="Avenir Next"/>
                <a:ea typeface="Avenir Next"/>
                <a:cs typeface="Avenir Next"/>
              </a:defRPr>
            </a:lvl7pPr>
            <a:lvl8pPr>
              <a:defRPr sz="2025" b="1">
                <a:solidFill>
                  <a:srgbClr val="233B2B"/>
                </a:solidFill>
                <a:latin typeface="Avenir Next"/>
                <a:ea typeface="Avenir Next"/>
                <a:cs typeface="Avenir Next"/>
              </a:defRPr>
            </a:lvl8pPr>
            <a:lvl9pPr>
              <a:defRPr sz="2025" b="1">
                <a:solidFill>
                  <a:srgbClr val="233B2B"/>
                </a:solidFill>
                <a:latin typeface="Avenir Next"/>
                <a:ea typeface="Avenir Next"/>
                <a:cs typeface="Avenir Next"/>
              </a:defRPr>
            </a:lvl9pPr>
          </a:lstStyle>
          <a:p xmlns:a="http://schemas.openxmlformats.org/drawingml/2006/main">
            <a:pPr>
              <a:defRPr sz="2025" b="1">
                <a:solidFill>
                  <a:srgbClr val="233B2B"/>
                </a:solidFill>
                <a:latin typeface="Avenir Next"/>
                <a:ea typeface="Avenir Next"/>
                <a:cs typeface="Avenir Next"/>
              </a:defRPr>
            </a:pPr>
            <a:r>
              <a:rPr sz="2025" b="1">
                <a:solidFill>
                  <a:srgbClr val="233B2B"/>
                </a:solidFill>
                <a:latin typeface="Avenir Next"/>
                <a:ea typeface="Avenir Next"/>
                <a:cs typeface="Avenir Next"/>
              </a:rPr>
              <a:t>Ingeniería integrada</a:t>
            </a:r>
          </a:p>
        </p:txBody>
      </p:sp>
      <p:sp>
        <p:nvSpPr>
          <p:cNvPr id="8" name="YOLO11s sobre imágenes de cámara.&#10;Física y en">
            <a:extLst xmlns:a="http://schemas.openxmlformats.org/drawingml/2006/main">
              <a:ext uri="{FF2B5EF4-FFF2-40B4-BE49-F238E27FC236}">
                <a16:creationId xmlns:a16="http://schemas.microsoft.com/office/drawing/2014/main" id="{1D49DCA1-B7F7-48A6-BCE8-06BC005CD842}"/>
              </a:ext>
            </a:extLst>
          </p:cNvPr>
          <p:cNvSpPr>
            <a:spLocks xmlns:a="http://schemas.openxmlformats.org/drawingml/2006/main" noGrp="1"/>
          </p:cNvSpPr>
          <p:nvPr/>
        </p:nvSpPr>
        <p:spPr>
          <a:xfrm xmlns:a="http://schemas.openxmlformats.org/drawingml/2006/main">
            <a:off x="609600" y="4972050"/>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96957"/>
                </a:solidFill>
                <a:latin typeface="Avenir Next"/>
                <a:ea typeface="Avenir Next"/>
                <a:cs typeface="Avenir Next"/>
              </a:defRPr>
            </a:defPPr>
            <a:lvl1pPr>
              <a:defRPr sz="1800" b="0">
                <a:solidFill>
                  <a:srgbClr val="596957"/>
                </a:solidFill>
                <a:latin typeface="Avenir Next"/>
                <a:ea typeface="Avenir Next"/>
                <a:cs typeface="Avenir Next"/>
              </a:defRPr>
            </a:lvl1pPr>
            <a:lvl2pPr>
              <a:defRPr sz="1800" b="0">
                <a:solidFill>
                  <a:srgbClr val="596957"/>
                </a:solidFill>
                <a:latin typeface="Avenir Next"/>
                <a:ea typeface="Avenir Next"/>
                <a:cs typeface="Avenir Next"/>
              </a:defRPr>
            </a:lvl2pPr>
            <a:lvl3pPr>
              <a:defRPr sz="1800" b="0">
                <a:solidFill>
                  <a:srgbClr val="596957"/>
                </a:solidFill>
                <a:latin typeface="Avenir Next"/>
                <a:ea typeface="Avenir Next"/>
                <a:cs typeface="Avenir Next"/>
              </a:defRPr>
            </a:lvl3pPr>
            <a:lvl4pPr>
              <a:defRPr sz="1800" b="0">
                <a:solidFill>
                  <a:srgbClr val="596957"/>
                </a:solidFill>
                <a:latin typeface="Avenir Next"/>
                <a:ea typeface="Avenir Next"/>
                <a:cs typeface="Avenir Next"/>
              </a:defRPr>
            </a:lvl4pPr>
            <a:lvl5pPr>
              <a:defRPr sz="1800" b="0">
                <a:solidFill>
                  <a:srgbClr val="596957"/>
                </a:solidFill>
                <a:latin typeface="Avenir Next"/>
                <a:ea typeface="Avenir Next"/>
                <a:cs typeface="Avenir Next"/>
              </a:defRPr>
            </a:lvl5pPr>
            <a:lvl6pPr>
              <a:defRPr sz="1800" b="0">
                <a:solidFill>
                  <a:srgbClr val="596957"/>
                </a:solidFill>
                <a:latin typeface="Avenir Next"/>
                <a:ea typeface="Avenir Next"/>
                <a:cs typeface="Avenir Next"/>
              </a:defRPr>
            </a:lvl6pPr>
            <a:lvl7pPr>
              <a:defRPr sz="1800" b="0">
                <a:solidFill>
                  <a:srgbClr val="596957"/>
                </a:solidFill>
                <a:latin typeface="Avenir Next"/>
                <a:ea typeface="Avenir Next"/>
                <a:cs typeface="Avenir Next"/>
              </a:defRPr>
            </a:lvl7pPr>
            <a:lvl8pPr>
              <a:defRPr sz="1800" b="0">
                <a:solidFill>
                  <a:srgbClr val="596957"/>
                </a:solidFill>
                <a:latin typeface="Avenir Next"/>
                <a:ea typeface="Avenir Next"/>
                <a:cs typeface="Avenir Next"/>
              </a:defRPr>
            </a:lvl8pPr>
            <a:lvl9pPr>
              <a:defRPr sz="1800" b="0">
                <a:solidFill>
                  <a:srgbClr val="596957"/>
                </a:solidFill>
                <a:latin typeface="Avenir Next"/>
                <a:ea typeface="Avenir Next"/>
                <a:cs typeface="Avenir Next"/>
              </a:defRPr>
            </a:lvl9pPr>
          </a:lstStyle>
          <a:p xmlns:a="http://schemas.openxmlformats.org/drawingml/2006/main">
            <a:pPr>
              <a:defRPr sz="1800" b="0">
                <a:solidFill>
                  <a:srgbClr val="596957"/>
                </a:solidFill>
                <a:latin typeface="Avenir Next"/>
                <a:ea typeface="Avenir Next"/>
                <a:cs typeface="Avenir Next"/>
              </a:defRPr>
            </a:pPr>
            <a:r>
              <a:rPr sz="1800" b="0">
                <a:solidFill>
                  <a:srgbClr val="596957"/>
                </a:solidFill>
                <a:latin typeface="Avenir Next"/>
                <a:ea typeface="Avenir Next"/>
                <a:cs typeface="Avenir Next"/>
              </a:rPr>
              <a:t>YOLO11s sobre imágenes de cámara.</a:t>
            </a:r>
          </a:p>
          <a:p xmlns:a="http://schemas.openxmlformats.org/drawingml/2006/main">
            <a:pPr>
              <a:defRPr sz="1800" b="0">
                <a:solidFill>
                  <a:srgbClr val="596957"/>
                </a:solidFill>
                <a:latin typeface="Avenir Next"/>
                <a:ea typeface="Avenir Next"/>
                <a:cs typeface="Avenir Next"/>
              </a:defRPr>
            </a:pPr>
            <a:r>
              <a:rPr sz="1800" b="0">
                <a:solidFill>
                  <a:srgbClr val="596957"/>
                </a:solidFill>
                <a:latin typeface="Avenir Next"/>
                <a:ea typeface="Avenir Next"/>
                <a:cs typeface="Avenir Next"/>
              </a:rPr>
              <a:t>Física y energía en Webots.</a:t>
            </a:r>
          </a:p>
          <a:p xmlns:a="http://schemas.openxmlformats.org/drawingml/2006/main">
            <a:pPr>
              <a:defRPr sz="1800" b="0">
                <a:solidFill>
                  <a:srgbClr val="596957"/>
                </a:solidFill>
                <a:latin typeface="Avenir Next"/>
                <a:ea typeface="Avenir Next"/>
                <a:cs typeface="Avenir Next"/>
              </a:defRPr>
            </a:pPr>
            <a:r>
              <a:rPr sz="1800" b="0">
                <a:solidFill>
                  <a:srgbClr val="596957"/>
                </a:solidFill>
                <a:latin typeface="Avenir Next"/>
                <a:ea typeface="Avenir Next"/>
                <a:cs typeface="Avenir Next"/>
              </a:rPr>
              <a:t>Evidencia persistente antes de decidir.</a:t>
            </a:r>
          </a:p>
        </p:txBody>
      </p:sp>
      <p:sp>
        <p:nvSpPr>
          <p:cNvPr id="9" name="Las falsas alertas siguen presentes">
            <a:extLst xmlns:a="http://schemas.openxmlformats.org/drawingml/2006/main">
              <a:ext uri="{FF2B5EF4-FFF2-40B4-BE49-F238E27FC236}">
                <a16:creationId xmlns:a16="http://schemas.microsoft.com/office/drawing/2014/main" id="{33CFBB02-AA02-4FA6-93B1-98829EC0EED6}"/>
              </a:ext>
            </a:extLst>
          </p:cNvPr>
          <p:cNvSpPr>
            <a:spLocks xmlns:a="http://schemas.openxmlformats.org/drawingml/2006/main" noGrp="1"/>
          </p:cNvSpPr>
          <p:nvPr/>
        </p:nvSpPr>
        <p:spPr>
          <a:xfrm xmlns:a="http://schemas.openxmlformats.org/drawingml/2006/main">
            <a:off x="6553200" y="4457700"/>
            <a:ext cx="5029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33B2B"/>
                </a:solidFill>
                <a:latin typeface="Avenir Next"/>
                <a:ea typeface="Avenir Next"/>
                <a:cs typeface="Avenir Next"/>
              </a:defRPr>
            </a:defPPr>
            <a:lvl1pPr>
              <a:defRPr sz="2025" b="1">
                <a:solidFill>
                  <a:srgbClr val="233B2B"/>
                </a:solidFill>
                <a:latin typeface="Avenir Next"/>
                <a:ea typeface="Avenir Next"/>
                <a:cs typeface="Avenir Next"/>
              </a:defRPr>
            </a:lvl1pPr>
            <a:lvl2pPr>
              <a:defRPr sz="2025" b="1">
                <a:solidFill>
                  <a:srgbClr val="233B2B"/>
                </a:solidFill>
                <a:latin typeface="Avenir Next"/>
                <a:ea typeface="Avenir Next"/>
                <a:cs typeface="Avenir Next"/>
              </a:defRPr>
            </a:lvl2pPr>
            <a:lvl3pPr>
              <a:defRPr sz="2025" b="1">
                <a:solidFill>
                  <a:srgbClr val="233B2B"/>
                </a:solidFill>
                <a:latin typeface="Avenir Next"/>
                <a:ea typeface="Avenir Next"/>
                <a:cs typeface="Avenir Next"/>
              </a:defRPr>
            </a:lvl3pPr>
            <a:lvl4pPr>
              <a:defRPr sz="2025" b="1">
                <a:solidFill>
                  <a:srgbClr val="233B2B"/>
                </a:solidFill>
                <a:latin typeface="Avenir Next"/>
                <a:ea typeface="Avenir Next"/>
                <a:cs typeface="Avenir Next"/>
              </a:defRPr>
            </a:lvl4pPr>
            <a:lvl5pPr>
              <a:defRPr sz="2025" b="1">
                <a:solidFill>
                  <a:srgbClr val="233B2B"/>
                </a:solidFill>
                <a:latin typeface="Avenir Next"/>
                <a:ea typeface="Avenir Next"/>
                <a:cs typeface="Avenir Next"/>
              </a:defRPr>
            </a:lvl5pPr>
            <a:lvl6pPr>
              <a:defRPr sz="2025" b="1">
                <a:solidFill>
                  <a:srgbClr val="233B2B"/>
                </a:solidFill>
                <a:latin typeface="Avenir Next"/>
                <a:ea typeface="Avenir Next"/>
                <a:cs typeface="Avenir Next"/>
              </a:defRPr>
            </a:lvl6pPr>
            <a:lvl7pPr>
              <a:defRPr sz="2025" b="1">
                <a:solidFill>
                  <a:srgbClr val="233B2B"/>
                </a:solidFill>
                <a:latin typeface="Avenir Next"/>
                <a:ea typeface="Avenir Next"/>
                <a:cs typeface="Avenir Next"/>
              </a:defRPr>
            </a:lvl7pPr>
            <a:lvl8pPr>
              <a:defRPr sz="2025" b="1">
                <a:solidFill>
                  <a:srgbClr val="233B2B"/>
                </a:solidFill>
                <a:latin typeface="Avenir Next"/>
                <a:ea typeface="Avenir Next"/>
                <a:cs typeface="Avenir Next"/>
              </a:defRPr>
            </a:lvl8pPr>
            <a:lvl9pPr>
              <a:defRPr sz="2025" b="1">
                <a:solidFill>
                  <a:srgbClr val="233B2B"/>
                </a:solidFill>
                <a:latin typeface="Avenir Next"/>
                <a:ea typeface="Avenir Next"/>
                <a:cs typeface="Avenir Next"/>
              </a:defRPr>
            </a:lvl9pPr>
          </a:lstStyle>
          <a:p xmlns:a="http://schemas.openxmlformats.org/drawingml/2006/main">
            <a:pPr>
              <a:defRPr sz="2025" b="1">
                <a:solidFill>
                  <a:srgbClr val="233B2B"/>
                </a:solidFill>
                <a:latin typeface="Avenir Next"/>
                <a:ea typeface="Avenir Next"/>
                <a:cs typeface="Avenir Next"/>
              </a:defRPr>
            </a:pPr>
            <a:r>
              <a:rPr sz="2025" b="1">
                <a:solidFill>
                  <a:srgbClr val="233B2B"/>
                </a:solidFill>
                <a:latin typeface="Avenir Next"/>
                <a:ea typeface="Avenir Next"/>
                <a:cs typeface="Avenir Next"/>
              </a:rPr>
              <a:t>Las falsas alertas siguen presentes</a:t>
            </a:r>
          </a:p>
        </p:txBody>
      </p:sp>
      <p:sp>
        <p:nvSpPr>
          <p:cNvPr id="10" name="En regresión por mazorca,&#10;29 de 80 sanas gene">
            <a:extLst xmlns:a="http://schemas.openxmlformats.org/drawingml/2006/main">
              <a:ext uri="{FF2B5EF4-FFF2-40B4-BE49-F238E27FC236}">
                <a16:creationId xmlns:a16="http://schemas.microsoft.com/office/drawing/2014/main" id="{066EC28C-5247-4C95-A3F4-5F63F2D58AB1}"/>
              </a:ext>
            </a:extLst>
          </p:cNvPr>
          <p:cNvSpPr>
            <a:spLocks xmlns:a="http://schemas.openxmlformats.org/drawingml/2006/main" noGrp="1"/>
          </p:cNvSpPr>
          <p:nvPr/>
        </p:nvSpPr>
        <p:spPr>
          <a:xfrm xmlns:a="http://schemas.openxmlformats.org/drawingml/2006/main">
            <a:off x="6553200" y="4972050"/>
            <a:ext cx="5029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96957"/>
                </a:solidFill>
                <a:latin typeface="Avenir Next"/>
                <a:ea typeface="Avenir Next"/>
                <a:cs typeface="Avenir Next"/>
              </a:defRPr>
            </a:defPPr>
            <a:lvl1pPr>
              <a:defRPr sz="1800" b="0">
                <a:solidFill>
                  <a:srgbClr val="596957"/>
                </a:solidFill>
                <a:latin typeface="Avenir Next"/>
                <a:ea typeface="Avenir Next"/>
                <a:cs typeface="Avenir Next"/>
              </a:defRPr>
            </a:lvl1pPr>
            <a:lvl2pPr>
              <a:defRPr sz="1800" b="0">
                <a:solidFill>
                  <a:srgbClr val="596957"/>
                </a:solidFill>
                <a:latin typeface="Avenir Next"/>
                <a:ea typeface="Avenir Next"/>
                <a:cs typeface="Avenir Next"/>
              </a:defRPr>
            </a:lvl2pPr>
            <a:lvl3pPr>
              <a:defRPr sz="1800" b="0">
                <a:solidFill>
                  <a:srgbClr val="596957"/>
                </a:solidFill>
                <a:latin typeface="Avenir Next"/>
                <a:ea typeface="Avenir Next"/>
                <a:cs typeface="Avenir Next"/>
              </a:defRPr>
            </a:lvl3pPr>
            <a:lvl4pPr>
              <a:defRPr sz="1800" b="0">
                <a:solidFill>
                  <a:srgbClr val="596957"/>
                </a:solidFill>
                <a:latin typeface="Avenir Next"/>
                <a:ea typeface="Avenir Next"/>
                <a:cs typeface="Avenir Next"/>
              </a:defRPr>
            </a:lvl4pPr>
            <a:lvl5pPr>
              <a:defRPr sz="1800" b="0">
                <a:solidFill>
                  <a:srgbClr val="596957"/>
                </a:solidFill>
                <a:latin typeface="Avenir Next"/>
                <a:ea typeface="Avenir Next"/>
                <a:cs typeface="Avenir Next"/>
              </a:defRPr>
            </a:lvl5pPr>
            <a:lvl6pPr>
              <a:defRPr sz="1800" b="0">
                <a:solidFill>
                  <a:srgbClr val="596957"/>
                </a:solidFill>
                <a:latin typeface="Avenir Next"/>
                <a:ea typeface="Avenir Next"/>
                <a:cs typeface="Avenir Next"/>
              </a:defRPr>
            </a:lvl6pPr>
            <a:lvl7pPr>
              <a:defRPr sz="1800" b="0">
                <a:solidFill>
                  <a:srgbClr val="596957"/>
                </a:solidFill>
                <a:latin typeface="Avenir Next"/>
                <a:ea typeface="Avenir Next"/>
                <a:cs typeface="Avenir Next"/>
              </a:defRPr>
            </a:lvl7pPr>
            <a:lvl8pPr>
              <a:defRPr sz="1800" b="0">
                <a:solidFill>
                  <a:srgbClr val="596957"/>
                </a:solidFill>
                <a:latin typeface="Avenir Next"/>
                <a:ea typeface="Avenir Next"/>
                <a:cs typeface="Avenir Next"/>
              </a:defRPr>
            </a:lvl8pPr>
            <a:lvl9pPr>
              <a:defRPr sz="1800" b="0">
                <a:solidFill>
                  <a:srgbClr val="596957"/>
                </a:solidFill>
                <a:latin typeface="Avenir Next"/>
                <a:ea typeface="Avenir Next"/>
                <a:cs typeface="Avenir Next"/>
              </a:defRPr>
            </a:lvl9pPr>
          </a:lstStyle>
          <a:p xmlns:a="http://schemas.openxmlformats.org/drawingml/2006/main">
            <a:pPr>
              <a:defRPr sz="1800" b="0">
                <a:solidFill>
                  <a:srgbClr val="596957"/>
                </a:solidFill>
                <a:latin typeface="Avenir Next"/>
                <a:ea typeface="Avenir Next"/>
                <a:cs typeface="Avenir Next"/>
              </a:defRPr>
            </a:pPr>
            <a:r>
              <a:rPr sz="1800" b="0">
                <a:solidFill>
                  <a:srgbClr val="596957"/>
                </a:solidFill>
                <a:latin typeface="Avenir Next"/>
                <a:ea typeface="Avenir Next"/>
                <a:cs typeface="Avenir Next"/>
              </a:rPr>
              <a:t>En regresión por mazorca,</a:t>
            </a:r>
          </a:p>
          <a:p xmlns:a="http://schemas.openxmlformats.org/drawingml/2006/main">
            <a:pPr>
              <a:defRPr sz="1800" b="0">
                <a:solidFill>
                  <a:srgbClr val="596957"/>
                </a:solidFill>
                <a:latin typeface="Avenir Next"/>
                <a:ea typeface="Avenir Next"/>
                <a:cs typeface="Avenir Next"/>
              </a:defRPr>
            </a:pPr>
            <a:r>
              <a:rPr sz="1800" b="0">
                <a:solidFill>
                  <a:srgbClr val="596957"/>
                </a:solidFill>
                <a:latin typeface="Avenir Next"/>
                <a:ea typeface="Avenir Next"/>
                <a:cs typeface="Avenir Next"/>
              </a:rPr>
              <a:t>29 de 80 sanas generaron alerta.</a:t>
            </a:r>
          </a:p>
          <a:p xmlns:a="http://schemas.openxmlformats.org/drawingml/2006/main">
            <a:pPr>
              <a:defRPr sz="1800" b="0">
                <a:solidFill>
                  <a:srgbClr val="596957"/>
                </a:solidFill>
                <a:latin typeface="Avenir Next"/>
                <a:ea typeface="Avenir Next"/>
                <a:cs typeface="Avenir Next"/>
              </a:defRPr>
            </a:pPr>
            <a:r>
              <a:rPr sz="1800" b="0">
                <a:solidFill>
                  <a:srgbClr val="596957"/>
                </a:solidFill>
                <a:latin typeface="Avenir Next"/>
                <a:ea typeface="Avenir Next"/>
                <a:cs typeface="Avenir Next"/>
              </a:rPr>
              <a:t>Cada intervención requiere revisión.</a:t>
            </a:r>
          </a:p>
        </p:txBody>
      </p:sp>
      <p:sp>
        <p:nvSpPr>
          <p:cNvPr id="11" name="Fotos con fondos distintos según la clase. Re">
            <a:extLst xmlns:a="http://schemas.openxmlformats.org/drawingml/2006/main">
              <a:ext uri="{FF2B5EF4-FFF2-40B4-BE49-F238E27FC236}">
                <a16:creationId xmlns:a16="http://schemas.microsoft.com/office/drawing/2014/main" id="{5039CC2A-382C-414A-B344-DA6680735B03}"/>
              </a:ext>
            </a:extLst>
          </p:cNvPr>
          <p:cNvSpPr>
            <a:spLocks xmlns:a="http://schemas.openxmlformats.org/drawingml/2006/main" noGrp="1"/>
          </p:cNvSpPr>
          <p:nvPr/>
        </p:nvSpPr>
        <p:spPr>
          <a:xfrm xmlns:a="http://schemas.openxmlformats.org/drawingml/2006/main">
            <a:off x="609600" y="63912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96957"/>
                </a:solidFill>
                <a:latin typeface="Avenir Next"/>
                <a:ea typeface="Avenir Next"/>
                <a:cs typeface="Avenir Next"/>
              </a:defRPr>
            </a:defPPr>
            <a:lvl1pPr>
              <a:defRPr sz="1425" b="0">
                <a:solidFill>
                  <a:srgbClr val="596957"/>
                </a:solidFill>
                <a:latin typeface="Avenir Next"/>
                <a:ea typeface="Avenir Next"/>
                <a:cs typeface="Avenir Next"/>
              </a:defRPr>
            </a:lvl1pPr>
            <a:lvl2pPr>
              <a:defRPr sz="1425" b="0">
                <a:solidFill>
                  <a:srgbClr val="596957"/>
                </a:solidFill>
                <a:latin typeface="Avenir Next"/>
                <a:ea typeface="Avenir Next"/>
                <a:cs typeface="Avenir Next"/>
              </a:defRPr>
            </a:lvl2pPr>
            <a:lvl3pPr>
              <a:defRPr sz="1425" b="0">
                <a:solidFill>
                  <a:srgbClr val="596957"/>
                </a:solidFill>
                <a:latin typeface="Avenir Next"/>
                <a:ea typeface="Avenir Next"/>
                <a:cs typeface="Avenir Next"/>
              </a:defRPr>
            </a:lvl3pPr>
            <a:lvl4pPr>
              <a:defRPr sz="1425" b="0">
                <a:solidFill>
                  <a:srgbClr val="596957"/>
                </a:solidFill>
                <a:latin typeface="Avenir Next"/>
                <a:ea typeface="Avenir Next"/>
                <a:cs typeface="Avenir Next"/>
              </a:defRPr>
            </a:lvl4pPr>
            <a:lvl5pPr>
              <a:defRPr sz="1425" b="0">
                <a:solidFill>
                  <a:srgbClr val="596957"/>
                </a:solidFill>
                <a:latin typeface="Avenir Next"/>
                <a:ea typeface="Avenir Next"/>
                <a:cs typeface="Avenir Next"/>
              </a:defRPr>
            </a:lvl5pPr>
            <a:lvl6pPr>
              <a:defRPr sz="1425" b="0">
                <a:solidFill>
                  <a:srgbClr val="596957"/>
                </a:solidFill>
                <a:latin typeface="Avenir Next"/>
                <a:ea typeface="Avenir Next"/>
                <a:cs typeface="Avenir Next"/>
              </a:defRPr>
            </a:lvl6pPr>
            <a:lvl7pPr>
              <a:defRPr sz="1425" b="0">
                <a:solidFill>
                  <a:srgbClr val="596957"/>
                </a:solidFill>
                <a:latin typeface="Avenir Next"/>
                <a:ea typeface="Avenir Next"/>
                <a:cs typeface="Avenir Next"/>
              </a:defRPr>
            </a:lvl7pPr>
            <a:lvl8pPr>
              <a:defRPr sz="1425" b="0">
                <a:solidFill>
                  <a:srgbClr val="596957"/>
                </a:solidFill>
                <a:latin typeface="Avenir Next"/>
                <a:ea typeface="Avenir Next"/>
                <a:cs typeface="Avenir Next"/>
              </a:defRPr>
            </a:lvl8pPr>
            <a:lvl9pPr>
              <a:defRPr sz="1425" b="0">
                <a:solidFill>
                  <a:srgbClr val="596957"/>
                </a:solidFill>
                <a:latin typeface="Avenir Next"/>
                <a:ea typeface="Avenir Next"/>
                <a:cs typeface="Avenir Next"/>
              </a:defRPr>
            </a:lvl9pPr>
          </a:lstStyle>
          <a:p xmlns:a="http://schemas.openxmlformats.org/drawingml/2006/main">
            <a:pPr>
              <a:defRPr sz="1425" b="0">
                <a:solidFill>
                  <a:srgbClr val="596957"/>
                </a:solidFill>
                <a:latin typeface="Avenir Next"/>
                <a:ea typeface="Avenir Next"/>
                <a:cs typeface="Avenir Next"/>
              </a:defRPr>
            </a:pPr>
            <a:r>
              <a:rPr sz="1425" b="0">
                <a:solidFill>
                  <a:srgbClr val="596957"/>
                </a:solidFill>
                <a:latin typeface="Avenir Next"/>
                <a:ea typeface="Avenir Next"/>
                <a:cs typeface="Avenir Next"/>
              </a:rPr>
              <a:t>Fotos con fondos distintos según la clase. Rendimiento en campo pendiente.</a:t>
            </a:r>
          </a:p>
        </p:txBody>
      </p:sp>
    </p:spTree>
    <p:extLst>
      <p:ext uri="{BB962C8B-B14F-4D97-AF65-F5344CB8AC3E}">
        <p14:creationId xmlns:p14="http://schemas.microsoft.com/office/powerpoint/2010/main" val="1864803697"/>
      </p:ext>
    </p:extLst>
  </p:cSld>
</p:sld>
</file>

<file path=ppt/slides/slide4.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8" name="Siguiente paso: probar en campo">
            <a:extLst xmlns:a="http://schemas.openxmlformats.org/drawingml/2006/main">
              <a:ext uri="{FF2B5EF4-FFF2-40B4-BE49-F238E27FC236}">
                <a16:creationId xmlns:a16="http://schemas.microsoft.com/office/drawing/2014/main" id="{523A89EB-A1EA-4054-8EB8-F882106B09F1}"/>
              </a:ext>
            </a:extLst>
          </p:cNvPr>
          <p:cNvSpPr>
            <a:spLocks xmlns:a="http://schemas.openxmlformats.org/drawingml/2006/main" noGrp="1"/>
          </p:cNvSpPr>
          <p:nvPr/>
        </p:nvSpPr>
        <p:spPr>
          <a:xfrm xmlns:a="http://schemas.openxmlformats.org/drawingml/2006/main">
            <a:off x="609600" y="5429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F5F3E9"/>
                </a:solidFill>
                <a:latin typeface="Avenir Next"/>
                <a:ea typeface="Avenir Next"/>
                <a:cs typeface="Avenir Next"/>
              </a:defRPr>
            </a:defPPr>
            <a:lvl1pPr>
              <a:defRPr sz="3525" b="1">
                <a:solidFill>
                  <a:srgbClr val="F5F3E9"/>
                </a:solidFill>
                <a:latin typeface="Avenir Next"/>
                <a:ea typeface="Avenir Next"/>
                <a:cs typeface="Avenir Next"/>
              </a:defRPr>
            </a:lvl1pPr>
            <a:lvl2pPr>
              <a:defRPr sz="3525" b="1">
                <a:solidFill>
                  <a:srgbClr val="F5F3E9"/>
                </a:solidFill>
                <a:latin typeface="Avenir Next"/>
                <a:ea typeface="Avenir Next"/>
                <a:cs typeface="Avenir Next"/>
              </a:defRPr>
            </a:lvl2pPr>
            <a:lvl3pPr>
              <a:defRPr sz="3525" b="1">
                <a:solidFill>
                  <a:srgbClr val="F5F3E9"/>
                </a:solidFill>
                <a:latin typeface="Avenir Next"/>
                <a:ea typeface="Avenir Next"/>
                <a:cs typeface="Avenir Next"/>
              </a:defRPr>
            </a:lvl3pPr>
            <a:lvl4pPr>
              <a:defRPr sz="3525" b="1">
                <a:solidFill>
                  <a:srgbClr val="F5F3E9"/>
                </a:solidFill>
                <a:latin typeface="Avenir Next"/>
                <a:ea typeface="Avenir Next"/>
                <a:cs typeface="Avenir Next"/>
              </a:defRPr>
            </a:lvl4pPr>
            <a:lvl5pPr>
              <a:defRPr sz="3525" b="1">
                <a:solidFill>
                  <a:srgbClr val="F5F3E9"/>
                </a:solidFill>
                <a:latin typeface="Avenir Next"/>
                <a:ea typeface="Avenir Next"/>
                <a:cs typeface="Avenir Next"/>
              </a:defRPr>
            </a:lvl5pPr>
            <a:lvl6pPr>
              <a:defRPr sz="3525" b="1">
                <a:solidFill>
                  <a:srgbClr val="F5F3E9"/>
                </a:solidFill>
                <a:latin typeface="Avenir Next"/>
                <a:ea typeface="Avenir Next"/>
                <a:cs typeface="Avenir Next"/>
              </a:defRPr>
            </a:lvl6pPr>
            <a:lvl7pPr>
              <a:defRPr sz="3525" b="1">
                <a:solidFill>
                  <a:srgbClr val="F5F3E9"/>
                </a:solidFill>
                <a:latin typeface="Avenir Next"/>
                <a:ea typeface="Avenir Next"/>
                <a:cs typeface="Avenir Next"/>
              </a:defRPr>
            </a:lvl7pPr>
            <a:lvl8pPr>
              <a:defRPr sz="3525" b="1">
                <a:solidFill>
                  <a:srgbClr val="F5F3E9"/>
                </a:solidFill>
                <a:latin typeface="Avenir Next"/>
                <a:ea typeface="Avenir Next"/>
                <a:cs typeface="Avenir Next"/>
              </a:defRPr>
            </a:lvl8pPr>
            <a:lvl9pPr>
              <a:defRPr sz="3525" b="1">
                <a:solidFill>
                  <a:srgbClr val="F5F3E9"/>
                </a:solidFill>
                <a:latin typeface="Avenir Next"/>
                <a:ea typeface="Avenir Next"/>
                <a:cs typeface="Avenir Next"/>
              </a:defRPr>
            </a:lvl9pPr>
          </a:lstStyle>
          <a:p xmlns:a="http://schemas.openxmlformats.org/drawingml/2006/main">
            <a:pPr>
              <a:defRPr sz="3525" b="1">
                <a:solidFill>
                  <a:srgbClr val="F5F3E9"/>
                </a:solidFill>
                <a:latin typeface="Avenir Next"/>
                <a:ea typeface="Avenir Next"/>
                <a:cs typeface="Avenir Next"/>
              </a:defRPr>
            </a:pPr>
            <a:r>
              <a:rPr sz="3525" b="1">
                <a:solidFill>
                  <a:srgbClr val="F5F3E9"/>
                </a:solidFill>
                <a:latin typeface="Avenir Next"/>
                <a:ea typeface="Avenir Next"/>
                <a:cs typeface="Avenir Next"/>
              </a:rPr>
              <a:t>Siguiente paso: probar en campo</a:t>
            </a:r>
          </a:p>
        </p:txBody>
      </p:sp>
      <p:sp>
        <p:nvSpPr>
          <p:cNvPr id="2" name="Buscamos que el agricultor&#10;revise sospechas c">
            <a:extLst xmlns:a="http://schemas.openxmlformats.org/drawingml/2006/main">
              <a:ext uri="{FF2B5EF4-FFF2-40B4-BE49-F238E27FC236}">
                <a16:creationId xmlns:a16="http://schemas.microsoft.com/office/drawing/2014/main" id="{B5D82AFF-5B9D-497C-8BF8-06E67B215923}"/>
              </a:ext>
            </a:extLst>
          </p:cNvPr>
          <p:cNvSpPr>
            <a:spLocks xmlns:a="http://schemas.openxmlformats.org/drawingml/2006/main" noGrp="1"/>
          </p:cNvSpPr>
          <p:nvPr/>
        </p:nvSpPr>
        <p:spPr>
          <a:xfrm xmlns:a="http://schemas.openxmlformats.org/drawingml/2006/main">
            <a:off x="609600" y="1752600"/>
            <a:ext cx="54292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F5F3E9"/>
                </a:solidFill>
                <a:latin typeface="Avenir Next"/>
                <a:ea typeface="Avenir Next"/>
                <a:cs typeface="Avenir Next"/>
              </a:defRPr>
            </a:defPPr>
            <a:lvl1pPr>
              <a:defRPr sz="2625" b="1">
                <a:solidFill>
                  <a:srgbClr val="F5F3E9"/>
                </a:solidFill>
                <a:latin typeface="Avenir Next"/>
                <a:ea typeface="Avenir Next"/>
                <a:cs typeface="Avenir Next"/>
              </a:defRPr>
            </a:lvl1pPr>
            <a:lvl2pPr>
              <a:defRPr sz="2625" b="1">
                <a:solidFill>
                  <a:srgbClr val="F5F3E9"/>
                </a:solidFill>
                <a:latin typeface="Avenir Next"/>
                <a:ea typeface="Avenir Next"/>
                <a:cs typeface="Avenir Next"/>
              </a:defRPr>
            </a:lvl2pPr>
            <a:lvl3pPr>
              <a:defRPr sz="2625" b="1">
                <a:solidFill>
                  <a:srgbClr val="F5F3E9"/>
                </a:solidFill>
                <a:latin typeface="Avenir Next"/>
                <a:ea typeface="Avenir Next"/>
                <a:cs typeface="Avenir Next"/>
              </a:defRPr>
            </a:lvl3pPr>
            <a:lvl4pPr>
              <a:defRPr sz="2625" b="1">
                <a:solidFill>
                  <a:srgbClr val="F5F3E9"/>
                </a:solidFill>
                <a:latin typeface="Avenir Next"/>
                <a:ea typeface="Avenir Next"/>
                <a:cs typeface="Avenir Next"/>
              </a:defRPr>
            </a:lvl4pPr>
            <a:lvl5pPr>
              <a:defRPr sz="2625" b="1">
                <a:solidFill>
                  <a:srgbClr val="F5F3E9"/>
                </a:solidFill>
                <a:latin typeface="Avenir Next"/>
                <a:ea typeface="Avenir Next"/>
                <a:cs typeface="Avenir Next"/>
              </a:defRPr>
            </a:lvl5pPr>
            <a:lvl6pPr>
              <a:defRPr sz="2625" b="1">
                <a:solidFill>
                  <a:srgbClr val="F5F3E9"/>
                </a:solidFill>
                <a:latin typeface="Avenir Next"/>
                <a:ea typeface="Avenir Next"/>
                <a:cs typeface="Avenir Next"/>
              </a:defRPr>
            </a:lvl6pPr>
            <a:lvl7pPr>
              <a:defRPr sz="2625" b="1">
                <a:solidFill>
                  <a:srgbClr val="F5F3E9"/>
                </a:solidFill>
                <a:latin typeface="Avenir Next"/>
                <a:ea typeface="Avenir Next"/>
                <a:cs typeface="Avenir Next"/>
              </a:defRPr>
            </a:lvl7pPr>
            <a:lvl8pPr>
              <a:defRPr sz="2625" b="1">
                <a:solidFill>
                  <a:srgbClr val="F5F3E9"/>
                </a:solidFill>
                <a:latin typeface="Avenir Next"/>
                <a:ea typeface="Avenir Next"/>
                <a:cs typeface="Avenir Next"/>
              </a:defRPr>
            </a:lvl8pPr>
            <a:lvl9pPr>
              <a:defRPr sz="2625" b="1">
                <a:solidFill>
                  <a:srgbClr val="F5F3E9"/>
                </a:solidFill>
                <a:latin typeface="Avenir Next"/>
                <a:ea typeface="Avenir Next"/>
                <a:cs typeface="Avenir Next"/>
              </a:defRPr>
            </a:lvl9pPr>
          </a:lstStyle>
          <a:p xmlns:a="http://schemas.openxmlformats.org/drawingml/2006/main">
            <a:pPr>
              <a:defRPr sz="2625" b="1">
                <a:solidFill>
                  <a:srgbClr val="F5F3E9"/>
                </a:solidFill>
                <a:latin typeface="Avenir Next"/>
                <a:ea typeface="Avenir Next"/>
                <a:cs typeface="Avenir Next"/>
              </a:defRPr>
            </a:pPr>
            <a:r>
              <a:rPr sz="2625" b="1">
                <a:solidFill>
                  <a:srgbClr val="F5F3E9"/>
                </a:solidFill>
                <a:latin typeface="Avenir Next"/>
                <a:ea typeface="Avenir Next"/>
                <a:cs typeface="Avenir Next"/>
              </a:rPr>
              <a:t>Buscamos que el agricultor</a:t>
            </a:r>
          </a:p>
          <a:p xmlns:a="http://schemas.openxmlformats.org/drawingml/2006/main">
            <a:pPr>
              <a:defRPr sz="2625" b="1">
                <a:solidFill>
                  <a:srgbClr val="F5F3E9"/>
                </a:solidFill>
                <a:latin typeface="Avenir Next"/>
                <a:ea typeface="Avenir Next"/>
                <a:cs typeface="Avenir Next"/>
              </a:defRPr>
            </a:pPr>
            <a:r>
              <a:rPr sz="2625" b="1">
                <a:solidFill>
                  <a:srgbClr val="F5F3E9"/>
                </a:solidFill>
                <a:latin typeface="Avenir Next"/>
                <a:ea typeface="Avenir Next"/>
                <a:cs typeface="Avenir Next"/>
              </a:rPr>
              <a:t>revise sospechas con evidencia</a:t>
            </a:r>
          </a:p>
          <a:p xmlns:a="http://schemas.openxmlformats.org/drawingml/2006/main">
            <a:pPr>
              <a:defRPr sz="2625" b="1">
                <a:solidFill>
                  <a:srgbClr val="F5F3E9"/>
                </a:solidFill>
                <a:latin typeface="Avenir Next"/>
                <a:ea typeface="Avenir Next"/>
                <a:cs typeface="Avenir Next"/>
              </a:defRPr>
            </a:pPr>
            <a:r>
              <a:rPr sz="2625" b="1">
                <a:solidFill>
                  <a:srgbClr val="F5F3E9"/>
                </a:solidFill>
                <a:latin typeface="Avenir Next"/>
                <a:ea typeface="Avenir Next"/>
                <a:cs typeface="Avenir Next"/>
              </a:rPr>
              <a:t>y priorice su recorrido.</a:t>
            </a:r>
          </a:p>
        </p:txBody>
      </p:sp>
      <p:sp>
        <p:nvSpPr>
          <p:cNvPr id="3" name="Piloto propuesto con productores">
            <a:extLst xmlns:a="http://schemas.openxmlformats.org/drawingml/2006/main">
              <a:ext uri="{FF2B5EF4-FFF2-40B4-BE49-F238E27FC236}">
                <a16:creationId xmlns:a16="http://schemas.microsoft.com/office/drawing/2014/main" id="{4DFAE85A-EE02-4E12-A155-0DB8F5ED0733}"/>
              </a:ext>
            </a:extLst>
          </p:cNvPr>
          <p:cNvSpPr>
            <a:spLocks xmlns:a="http://schemas.openxmlformats.org/drawingml/2006/main" noGrp="1"/>
          </p:cNvSpPr>
          <p:nvPr/>
        </p:nvSpPr>
        <p:spPr>
          <a:xfrm xmlns:a="http://schemas.openxmlformats.org/drawingml/2006/main">
            <a:off x="609600" y="3810000"/>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D5E4AD"/>
                </a:solidFill>
                <a:latin typeface="Avenir Next"/>
                <a:ea typeface="Avenir Next"/>
                <a:cs typeface="Avenir Next"/>
              </a:defRPr>
            </a:defPPr>
            <a:lvl1pPr>
              <a:defRPr sz="1950" b="1">
                <a:solidFill>
                  <a:srgbClr val="D5E4AD"/>
                </a:solidFill>
                <a:latin typeface="Avenir Next"/>
                <a:ea typeface="Avenir Next"/>
                <a:cs typeface="Avenir Next"/>
              </a:defRPr>
            </a:lvl1pPr>
            <a:lvl2pPr>
              <a:defRPr sz="1950" b="1">
                <a:solidFill>
                  <a:srgbClr val="D5E4AD"/>
                </a:solidFill>
                <a:latin typeface="Avenir Next"/>
                <a:ea typeface="Avenir Next"/>
                <a:cs typeface="Avenir Next"/>
              </a:defRPr>
            </a:lvl2pPr>
            <a:lvl3pPr>
              <a:defRPr sz="1950" b="1">
                <a:solidFill>
                  <a:srgbClr val="D5E4AD"/>
                </a:solidFill>
                <a:latin typeface="Avenir Next"/>
                <a:ea typeface="Avenir Next"/>
                <a:cs typeface="Avenir Next"/>
              </a:defRPr>
            </a:lvl3pPr>
            <a:lvl4pPr>
              <a:defRPr sz="1950" b="1">
                <a:solidFill>
                  <a:srgbClr val="D5E4AD"/>
                </a:solidFill>
                <a:latin typeface="Avenir Next"/>
                <a:ea typeface="Avenir Next"/>
                <a:cs typeface="Avenir Next"/>
              </a:defRPr>
            </a:lvl4pPr>
            <a:lvl5pPr>
              <a:defRPr sz="1950" b="1">
                <a:solidFill>
                  <a:srgbClr val="D5E4AD"/>
                </a:solidFill>
                <a:latin typeface="Avenir Next"/>
                <a:ea typeface="Avenir Next"/>
                <a:cs typeface="Avenir Next"/>
              </a:defRPr>
            </a:lvl5pPr>
            <a:lvl6pPr>
              <a:defRPr sz="1950" b="1">
                <a:solidFill>
                  <a:srgbClr val="D5E4AD"/>
                </a:solidFill>
                <a:latin typeface="Avenir Next"/>
                <a:ea typeface="Avenir Next"/>
                <a:cs typeface="Avenir Next"/>
              </a:defRPr>
            </a:lvl6pPr>
            <a:lvl7pPr>
              <a:defRPr sz="1950" b="1">
                <a:solidFill>
                  <a:srgbClr val="D5E4AD"/>
                </a:solidFill>
                <a:latin typeface="Avenir Next"/>
                <a:ea typeface="Avenir Next"/>
                <a:cs typeface="Avenir Next"/>
              </a:defRPr>
            </a:lvl7pPr>
            <a:lvl8pPr>
              <a:defRPr sz="1950" b="1">
                <a:solidFill>
                  <a:srgbClr val="D5E4AD"/>
                </a:solidFill>
                <a:latin typeface="Avenir Next"/>
                <a:ea typeface="Avenir Next"/>
                <a:cs typeface="Avenir Next"/>
              </a:defRPr>
            </a:lvl8pPr>
            <a:lvl9pPr>
              <a:defRPr sz="1950" b="1">
                <a:solidFill>
                  <a:srgbClr val="D5E4AD"/>
                </a:solidFill>
                <a:latin typeface="Avenir Next"/>
                <a:ea typeface="Avenir Next"/>
                <a:cs typeface="Avenir Next"/>
              </a:defRPr>
            </a:lvl9pPr>
          </a:lstStyle>
          <a:p xmlns:a="http://schemas.openxmlformats.org/drawingml/2006/main">
            <a:pPr>
              <a:defRPr sz="1950" b="1">
                <a:solidFill>
                  <a:srgbClr val="D5E4AD"/>
                </a:solidFill>
                <a:latin typeface="Avenir Next"/>
                <a:ea typeface="Avenir Next"/>
                <a:cs typeface="Avenir Next"/>
              </a:defRPr>
            </a:pPr>
            <a:r>
              <a:rPr sz="1950" b="1">
                <a:solidFill>
                  <a:srgbClr val="D5E4AD"/>
                </a:solidFill>
                <a:latin typeface="Avenir Next"/>
                <a:ea typeface="Avenir Next"/>
                <a:cs typeface="Avenir Next"/>
              </a:rPr>
              <a:t>Piloto propuesto con productores</a:t>
            </a:r>
          </a:p>
        </p:txBody>
      </p:sp>
      <p:sp>
        <p:nvSpPr>
          <p:cNvPr id="4" name="Medir falsas alertas, tiempo de revisión&#10;y ca">
            <a:extLst xmlns:a="http://schemas.openxmlformats.org/drawingml/2006/main">
              <a:ext uri="{FF2B5EF4-FFF2-40B4-BE49-F238E27FC236}">
                <a16:creationId xmlns:a16="http://schemas.microsoft.com/office/drawing/2014/main" id="{E243F93B-63D8-4958-B828-14AC283D3596}"/>
              </a:ext>
            </a:extLst>
          </p:cNvPr>
          <p:cNvSpPr>
            <a:spLocks xmlns:a="http://schemas.openxmlformats.org/drawingml/2006/main" noGrp="1"/>
          </p:cNvSpPr>
          <p:nvPr/>
        </p:nvSpPr>
        <p:spPr>
          <a:xfrm xmlns:a="http://schemas.openxmlformats.org/drawingml/2006/main">
            <a:off x="609600" y="4343400"/>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5F3E9"/>
                </a:solidFill>
                <a:latin typeface="Avenir Next"/>
                <a:ea typeface="Avenir Next"/>
                <a:cs typeface="Avenir Next"/>
              </a:defRPr>
            </a:defPPr>
            <a:lvl1pPr>
              <a:defRPr sz="1950" b="0">
                <a:solidFill>
                  <a:srgbClr val="F5F3E9"/>
                </a:solidFill>
                <a:latin typeface="Avenir Next"/>
                <a:ea typeface="Avenir Next"/>
                <a:cs typeface="Avenir Next"/>
              </a:defRPr>
            </a:lvl1pPr>
            <a:lvl2pPr>
              <a:defRPr sz="1950" b="0">
                <a:solidFill>
                  <a:srgbClr val="F5F3E9"/>
                </a:solidFill>
                <a:latin typeface="Avenir Next"/>
                <a:ea typeface="Avenir Next"/>
                <a:cs typeface="Avenir Next"/>
              </a:defRPr>
            </a:lvl2pPr>
            <a:lvl3pPr>
              <a:defRPr sz="1950" b="0">
                <a:solidFill>
                  <a:srgbClr val="F5F3E9"/>
                </a:solidFill>
                <a:latin typeface="Avenir Next"/>
                <a:ea typeface="Avenir Next"/>
                <a:cs typeface="Avenir Next"/>
              </a:defRPr>
            </a:lvl3pPr>
            <a:lvl4pPr>
              <a:defRPr sz="1950" b="0">
                <a:solidFill>
                  <a:srgbClr val="F5F3E9"/>
                </a:solidFill>
                <a:latin typeface="Avenir Next"/>
                <a:ea typeface="Avenir Next"/>
                <a:cs typeface="Avenir Next"/>
              </a:defRPr>
            </a:lvl4pPr>
            <a:lvl5pPr>
              <a:defRPr sz="1950" b="0">
                <a:solidFill>
                  <a:srgbClr val="F5F3E9"/>
                </a:solidFill>
                <a:latin typeface="Avenir Next"/>
                <a:ea typeface="Avenir Next"/>
                <a:cs typeface="Avenir Next"/>
              </a:defRPr>
            </a:lvl5pPr>
            <a:lvl6pPr>
              <a:defRPr sz="1950" b="0">
                <a:solidFill>
                  <a:srgbClr val="F5F3E9"/>
                </a:solidFill>
                <a:latin typeface="Avenir Next"/>
                <a:ea typeface="Avenir Next"/>
                <a:cs typeface="Avenir Next"/>
              </a:defRPr>
            </a:lvl6pPr>
            <a:lvl7pPr>
              <a:defRPr sz="1950" b="0">
                <a:solidFill>
                  <a:srgbClr val="F5F3E9"/>
                </a:solidFill>
                <a:latin typeface="Avenir Next"/>
                <a:ea typeface="Avenir Next"/>
                <a:cs typeface="Avenir Next"/>
              </a:defRPr>
            </a:lvl7pPr>
            <a:lvl8pPr>
              <a:defRPr sz="1950" b="0">
                <a:solidFill>
                  <a:srgbClr val="F5F3E9"/>
                </a:solidFill>
                <a:latin typeface="Avenir Next"/>
                <a:ea typeface="Avenir Next"/>
                <a:cs typeface="Avenir Next"/>
              </a:defRPr>
            </a:lvl8pPr>
            <a:lvl9pPr>
              <a:defRPr sz="1950" b="0">
                <a:solidFill>
                  <a:srgbClr val="F5F3E9"/>
                </a:solidFill>
                <a:latin typeface="Avenir Next"/>
                <a:ea typeface="Avenir Next"/>
                <a:cs typeface="Avenir Next"/>
              </a:defRPr>
            </a:lvl9pPr>
          </a:lstStyle>
          <a:p xmlns:a="http://schemas.openxmlformats.org/drawingml/2006/main">
            <a:pPr>
              <a:defRPr sz="1950" b="0">
                <a:solidFill>
                  <a:srgbClr val="F5F3E9"/>
                </a:solidFill>
                <a:latin typeface="Avenir Next"/>
                <a:ea typeface="Avenir Next"/>
                <a:cs typeface="Avenir Next"/>
              </a:defRPr>
            </a:pPr>
            <a:r>
              <a:rPr sz="1950" b="0">
                <a:solidFill>
                  <a:srgbClr val="F5F3E9"/>
                </a:solidFill>
                <a:latin typeface="Avenir Next"/>
                <a:ea typeface="Avenir Next"/>
                <a:cs typeface="Avenir Next"/>
              </a:rPr>
              <a:t>Medir falsas alertas, tiempo de revisión</a:t>
            </a:r>
          </a:p>
          <a:p xmlns:a="http://schemas.openxmlformats.org/drawingml/2006/main">
            <a:pPr>
              <a:defRPr sz="1950" b="0">
                <a:solidFill>
                  <a:srgbClr val="F5F3E9"/>
                </a:solidFill>
                <a:latin typeface="Avenir Next"/>
                <a:ea typeface="Avenir Next"/>
                <a:cs typeface="Avenir Next"/>
              </a:defRPr>
            </a:pPr>
            <a:r>
              <a:rPr sz="1950" b="0">
                <a:solidFill>
                  <a:srgbClr val="F5F3E9"/>
                </a:solidFill>
                <a:latin typeface="Avenir Next"/>
                <a:ea typeface="Avenir Next"/>
                <a:cs typeface="Avenir Next"/>
              </a:rPr>
              <a:t>y capacidad de llegar a cada objetivo.</a:t>
            </a:r>
          </a:p>
        </p:txBody>
      </p:sp>
      <p:sp>
        <p:nvSpPr>
          <p:cNvPr id="5" name="Hasta hoy: pruebas de software y simulación.&#10;">
            <a:extLst xmlns:a="http://schemas.openxmlformats.org/drawingml/2006/main">
              <a:ext uri="{FF2B5EF4-FFF2-40B4-BE49-F238E27FC236}">
                <a16:creationId xmlns:a16="http://schemas.microsoft.com/office/drawing/2014/main" id="{7B6B17C2-9C84-4055-901E-0959BBAC88D1}"/>
              </a:ext>
            </a:extLst>
          </p:cNvPr>
          <p:cNvSpPr>
            <a:spLocks xmlns:a="http://schemas.openxmlformats.org/drawingml/2006/main" noGrp="1"/>
          </p:cNvSpPr>
          <p:nvPr/>
        </p:nvSpPr>
        <p:spPr>
          <a:xfrm xmlns:a="http://schemas.openxmlformats.org/drawingml/2006/main">
            <a:off x="609600" y="5734050"/>
            <a:ext cx="657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5E4AD"/>
                </a:solidFill>
                <a:latin typeface="Avenir Next"/>
                <a:ea typeface="Avenir Next"/>
                <a:cs typeface="Avenir Next"/>
              </a:defRPr>
            </a:defPPr>
            <a:lvl1pPr>
              <a:defRPr sz="1650" b="0">
                <a:solidFill>
                  <a:srgbClr val="D5E4AD"/>
                </a:solidFill>
                <a:latin typeface="Avenir Next"/>
                <a:ea typeface="Avenir Next"/>
                <a:cs typeface="Avenir Next"/>
              </a:defRPr>
            </a:lvl1pPr>
            <a:lvl2pPr>
              <a:defRPr sz="1650" b="0">
                <a:solidFill>
                  <a:srgbClr val="D5E4AD"/>
                </a:solidFill>
                <a:latin typeface="Avenir Next"/>
                <a:ea typeface="Avenir Next"/>
                <a:cs typeface="Avenir Next"/>
              </a:defRPr>
            </a:lvl2pPr>
            <a:lvl3pPr>
              <a:defRPr sz="1650" b="0">
                <a:solidFill>
                  <a:srgbClr val="D5E4AD"/>
                </a:solidFill>
                <a:latin typeface="Avenir Next"/>
                <a:ea typeface="Avenir Next"/>
                <a:cs typeface="Avenir Next"/>
              </a:defRPr>
            </a:lvl3pPr>
            <a:lvl4pPr>
              <a:defRPr sz="1650" b="0">
                <a:solidFill>
                  <a:srgbClr val="D5E4AD"/>
                </a:solidFill>
                <a:latin typeface="Avenir Next"/>
                <a:ea typeface="Avenir Next"/>
                <a:cs typeface="Avenir Next"/>
              </a:defRPr>
            </a:lvl4pPr>
            <a:lvl5pPr>
              <a:defRPr sz="1650" b="0">
                <a:solidFill>
                  <a:srgbClr val="D5E4AD"/>
                </a:solidFill>
                <a:latin typeface="Avenir Next"/>
                <a:ea typeface="Avenir Next"/>
                <a:cs typeface="Avenir Next"/>
              </a:defRPr>
            </a:lvl5pPr>
            <a:lvl6pPr>
              <a:defRPr sz="1650" b="0">
                <a:solidFill>
                  <a:srgbClr val="D5E4AD"/>
                </a:solidFill>
                <a:latin typeface="Avenir Next"/>
                <a:ea typeface="Avenir Next"/>
                <a:cs typeface="Avenir Next"/>
              </a:defRPr>
            </a:lvl6pPr>
            <a:lvl7pPr>
              <a:defRPr sz="1650" b="0">
                <a:solidFill>
                  <a:srgbClr val="D5E4AD"/>
                </a:solidFill>
                <a:latin typeface="Avenir Next"/>
                <a:ea typeface="Avenir Next"/>
                <a:cs typeface="Avenir Next"/>
              </a:defRPr>
            </a:lvl7pPr>
            <a:lvl8pPr>
              <a:defRPr sz="1650" b="0">
                <a:solidFill>
                  <a:srgbClr val="D5E4AD"/>
                </a:solidFill>
                <a:latin typeface="Avenir Next"/>
                <a:ea typeface="Avenir Next"/>
                <a:cs typeface="Avenir Next"/>
              </a:defRPr>
            </a:lvl8pPr>
            <a:lvl9pPr>
              <a:defRPr sz="1650" b="0">
                <a:solidFill>
                  <a:srgbClr val="D5E4AD"/>
                </a:solidFill>
                <a:latin typeface="Avenir Next"/>
                <a:ea typeface="Avenir Next"/>
                <a:cs typeface="Avenir Next"/>
              </a:defRPr>
            </a:lvl9pPr>
          </a:lstStyle>
          <a:p xmlns:a="http://schemas.openxmlformats.org/drawingml/2006/main">
            <a:pPr>
              <a:defRPr sz="1650" b="0">
                <a:solidFill>
                  <a:srgbClr val="D5E4AD"/>
                </a:solidFill>
                <a:latin typeface="Avenir Next"/>
                <a:ea typeface="Avenir Next"/>
                <a:cs typeface="Avenir Next"/>
              </a:defRPr>
            </a:pPr>
            <a:r>
              <a:rPr sz="1650" b="0">
                <a:solidFill>
                  <a:srgbClr val="D5E4AD"/>
                </a:solidFill>
                <a:latin typeface="Avenir Next"/>
                <a:ea typeface="Avenir Next"/>
                <a:cs typeface="Avenir Next"/>
              </a:rPr>
              <a:t>Hasta hoy: pruebas de software y simulación.</a:t>
            </a:r>
          </a:p>
          <a:p xmlns:a="http://schemas.openxmlformats.org/drawingml/2006/main">
            <a:pPr>
              <a:defRPr sz="1650" b="0">
                <a:solidFill>
                  <a:srgbClr val="D5E4AD"/>
                </a:solidFill>
                <a:latin typeface="Avenir Next"/>
                <a:ea typeface="Avenir Next"/>
                <a:cs typeface="Avenir Next"/>
              </a:defRPr>
            </a:pPr>
            <a:r>
              <a:rPr sz="1650" b="0">
                <a:solidFill>
                  <a:srgbClr val="D5E4AD"/>
                </a:solidFill>
                <a:latin typeface="Avenir Next"/>
                <a:ea typeface="Avenir Next"/>
                <a:cs typeface="Avenir Next"/>
              </a:rPr>
              <a:t>La validación con agricultores está pendiente.</a:t>
            </a:r>
          </a:p>
        </p:txBody>
      </p:sp>
      <p:pic>
        <p:nvPicPr>
          <p:cNvPr id="6" name="">
            <a:extLst xmlns:a="http://schemas.openxmlformats.org/drawingml/2006/main">
              <a:ext uri="{FF2B5EF4-FFF2-40B4-BE49-F238E27FC236}">
                <a16:creationId xmlns:a16="http://schemas.microsoft.com/office/drawing/2014/main" id="{48CE8188-F28F-46AE-8063-655D3B5DE270}"/>
              </a:ext>
            </a:extLst>
          </p:cNvPr>
          <p:cNvPicPr>
            <a:picLocks xmlns:a="http://schemas.openxmlformats.org/drawingml/2006/main" noChangeAspect="1"/>
          </p:cNvPicPr>
          <p:nvPr/>
        </p:nvPicPr>
        <p:blipFill>
          <a:blip xmlns:r="http://schemas.openxmlformats.org/officeDocument/2006/relationships" xmlns:a="http://schemas.openxmlformats.org/drawingml/2006/main" r:embed="R00f3774dc8ec489e"/>
          <a:stretch xmlns:a="http://schemas.openxmlformats.org/drawingml/2006/main"/>
        </p:blipFill>
        <p:spPr>
          <a:xfrm xmlns:a="http://schemas.openxmlformats.org/drawingml/2006/main">
            <a:off x="6477000" y="1892591"/>
            <a:ext cx="5105400" cy="2577518"/>
          </a:xfrm>
          <a:prstGeom xmlns:a="http://schemas.openxmlformats.org/drawingml/2006/main" prst="rect">
            <a:avLst/>
          </a:prstGeom>
        </p:spPr>
      </p:pic>
      <p:sp>
        <p:nvSpPr>
          <p:cNvPr id="7" name="Robot terrestre en el entorno simulado">
            <a:extLst xmlns:a="http://schemas.openxmlformats.org/drawingml/2006/main">
              <a:ext uri="{FF2B5EF4-FFF2-40B4-BE49-F238E27FC236}">
                <a16:creationId xmlns:a16="http://schemas.microsoft.com/office/drawing/2014/main" id="{6A5FF038-62F5-43F1-BF87-DADA3DF5C487}"/>
              </a:ext>
            </a:extLst>
          </p:cNvPr>
          <p:cNvSpPr>
            <a:spLocks xmlns:a="http://schemas.openxmlformats.org/drawingml/2006/main" noGrp="1"/>
          </p:cNvSpPr>
          <p:nvPr/>
        </p:nvSpPr>
        <p:spPr>
          <a:xfrm xmlns:a="http://schemas.openxmlformats.org/drawingml/2006/main">
            <a:off x="6477000" y="48291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5E4AD"/>
                </a:solidFill>
                <a:latin typeface="Avenir Next"/>
                <a:ea typeface="Avenir Next"/>
                <a:cs typeface="Avenir Next"/>
              </a:defRPr>
            </a:defPPr>
            <a:lvl1pPr>
              <a:defRPr sz="1500" b="0">
                <a:solidFill>
                  <a:srgbClr val="D5E4AD"/>
                </a:solidFill>
                <a:latin typeface="Avenir Next"/>
                <a:ea typeface="Avenir Next"/>
                <a:cs typeface="Avenir Next"/>
              </a:defRPr>
            </a:lvl1pPr>
            <a:lvl2pPr>
              <a:defRPr sz="1500" b="0">
                <a:solidFill>
                  <a:srgbClr val="D5E4AD"/>
                </a:solidFill>
                <a:latin typeface="Avenir Next"/>
                <a:ea typeface="Avenir Next"/>
                <a:cs typeface="Avenir Next"/>
              </a:defRPr>
            </a:lvl2pPr>
            <a:lvl3pPr>
              <a:defRPr sz="1500" b="0">
                <a:solidFill>
                  <a:srgbClr val="D5E4AD"/>
                </a:solidFill>
                <a:latin typeface="Avenir Next"/>
                <a:ea typeface="Avenir Next"/>
                <a:cs typeface="Avenir Next"/>
              </a:defRPr>
            </a:lvl3pPr>
            <a:lvl4pPr>
              <a:defRPr sz="1500" b="0">
                <a:solidFill>
                  <a:srgbClr val="D5E4AD"/>
                </a:solidFill>
                <a:latin typeface="Avenir Next"/>
                <a:ea typeface="Avenir Next"/>
                <a:cs typeface="Avenir Next"/>
              </a:defRPr>
            </a:lvl4pPr>
            <a:lvl5pPr>
              <a:defRPr sz="1500" b="0">
                <a:solidFill>
                  <a:srgbClr val="D5E4AD"/>
                </a:solidFill>
                <a:latin typeface="Avenir Next"/>
                <a:ea typeface="Avenir Next"/>
                <a:cs typeface="Avenir Next"/>
              </a:defRPr>
            </a:lvl5pPr>
            <a:lvl6pPr>
              <a:defRPr sz="1500" b="0">
                <a:solidFill>
                  <a:srgbClr val="D5E4AD"/>
                </a:solidFill>
                <a:latin typeface="Avenir Next"/>
                <a:ea typeface="Avenir Next"/>
                <a:cs typeface="Avenir Next"/>
              </a:defRPr>
            </a:lvl6pPr>
            <a:lvl7pPr>
              <a:defRPr sz="1500" b="0">
                <a:solidFill>
                  <a:srgbClr val="D5E4AD"/>
                </a:solidFill>
                <a:latin typeface="Avenir Next"/>
                <a:ea typeface="Avenir Next"/>
                <a:cs typeface="Avenir Next"/>
              </a:defRPr>
            </a:lvl7pPr>
            <a:lvl8pPr>
              <a:defRPr sz="1500" b="0">
                <a:solidFill>
                  <a:srgbClr val="D5E4AD"/>
                </a:solidFill>
                <a:latin typeface="Avenir Next"/>
                <a:ea typeface="Avenir Next"/>
                <a:cs typeface="Avenir Next"/>
              </a:defRPr>
            </a:lvl8pPr>
            <a:lvl9pPr>
              <a:defRPr sz="1500" b="0">
                <a:solidFill>
                  <a:srgbClr val="D5E4AD"/>
                </a:solidFill>
                <a:latin typeface="Avenir Next"/>
                <a:ea typeface="Avenir Next"/>
                <a:cs typeface="Avenir Next"/>
              </a:defRPr>
            </a:lvl9pPr>
          </a:lstStyle>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Robot terrestre en el entorno simulado</a:t>
            </a:r>
          </a:p>
        </p:txBody>
      </p:sp>
    </p:spTree>
    <p:extLst>
      <p:ext uri="{BB962C8B-B14F-4D97-AF65-F5344CB8AC3E}">
        <p14:creationId xmlns:p14="http://schemas.microsoft.com/office/powerpoint/2010/main" val="8945912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2026-10-18T12:42:48.7880000Z</dcterms:created>
  <dcterms:modified xsi:type="dcterms:W3CDTF">2026-10-18T12:42:48.7890000Z</dcterms:modified>
</coreProperties>
</file>